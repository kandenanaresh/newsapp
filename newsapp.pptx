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_rels/presentation.xml.rels" ContentType="application/vnd.openxmlformats-package.relationships+xml"/>
  <Override PartName="/ppt/slideLayouts/_rels/slideLayout52.xml.rels" ContentType="application/vnd.openxmlformats-package.relationships+xml"/>
  <Override PartName="/ppt/slideLayouts/_rels/slideLayout14.xml.rels" ContentType="application/vnd.openxmlformats-package.relationships+xml"/>
  <Override PartName="/ppt/slideLayouts/_rels/slideLayout30.xml.rels" ContentType="application/vnd.openxmlformats-package.relationships+xml"/>
  <Override PartName="/ppt/slideLayouts/_rels/slideLayout38.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31.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3.xml.rels" ContentType="application/vnd.openxmlformats-package.relationships+xml"/>
  <Override PartName="/ppt/slideLayouts/_rels/slideLayout32.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2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27.xml.rels" ContentType="application/vnd.openxmlformats-package.relationships+xml"/>
  <Override PartName="/ppt/slideLayouts/_rels/slideLayout41.xml.rels" ContentType="application/vnd.openxmlformats-package.relationships+xml"/>
  <Override PartName="/ppt/slideLayouts/_rels/slideLayout49.xml.rels" ContentType="application/vnd.openxmlformats-package.relationships+xml"/>
  <Override PartName="/ppt/slideLayouts/_rels/slideLayout34.xml.rels" ContentType="application/vnd.openxmlformats-package.relationships+xml"/>
  <Override PartName="/ppt/slideLayouts/_rels/slideLayout50.xml.rels" ContentType="application/vnd.openxmlformats-package.relationships+xml"/>
  <Override PartName="/ppt/slideLayouts/_rels/slideLayout47.xml.rels" ContentType="application/vnd.openxmlformats-package.relationships+xml"/>
  <Override PartName="/ppt/slideLayouts/_rels/slideLayout54.xml.rels" ContentType="application/vnd.openxmlformats-package.relationships+xml"/>
  <Override PartName="/ppt/slideLayouts/_rels/slideLayout12.xml.rels" ContentType="application/vnd.openxmlformats-package.relationships+xml"/>
  <Override PartName="/ppt/slideLayouts/_rels/slideLayout29.xml.rels" ContentType="application/vnd.openxmlformats-package.relationships+xml"/>
  <Override PartName="/ppt/slideLayouts/_rels/slideLayout33.xml.rels" ContentType="application/vnd.openxmlformats-package.relationships+xml"/>
  <Override PartName="/ppt/slideLayouts/_rels/slideLayout48.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37.xml.rels" ContentType="application/vnd.openxmlformats-package.relationships+xml"/>
  <Override PartName="/ppt/slideLayouts/_rels/slideLayout44.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1.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16.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8.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46.xml.rels" ContentType="application/vnd.openxmlformats-package.relationships+xml"/>
  <Override PartName="/ppt/slideLayouts/_rels/slideLayout53.xml.rels" ContentType="application/vnd.openxmlformats-package.relationships+xml"/>
  <Override PartName="/ppt/slideLayouts/slideLayout56.xml" ContentType="application/vnd.openxmlformats-officedocument.presentationml.slideLayout+xml"/>
  <Override PartName="/ppt/slideLayouts/slideLayout13.xml" ContentType="application/vnd.openxmlformats-officedocument.presentationml.slideLayout+xml"/>
  <Override PartName="/ppt/slideLayouts/slideLayout48.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0.xml" ContentType="application/vnd.openxmlformats-officedocument.presentationml.slideLayout+xml"/>
  <Override PartName="/ppt/slideLayouts/slideLayout47.xml" ContentType="application/vnd.openxmlformats-officedocument.presentationml.slideLayout+xml"/>
  <Override PartName="/ppt/slideLayouts/slideLayout9.xml" ContentType="application/vnd.openxmlformats-officedocument.presentationml.slideLayout+xml"/>
  <Override PartName="/ppt/slideLayouts/slideLayout29.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59.xml" ContentType="application/vnd.openxmlformats-officedocument.presentationml.slideLayout+xml"/>
  <Override PartName="/ppt/slideLayouts/slideLayout22.xml" ContentType="application/vnd.openxmlformats-officedocument.presentationml.slideLayout+xml"/>
  <Override PartName="/ppt/slideLayouts/slideLayout28.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23.xml" ContentType="application/vnd.openxmlformats-officedocument.presentationml.slideLayout+xml"/>
  <Override PartName="/ppt/slideLayouts/slideLayout60.xml" ContentType="application/vnd.openxmlformats-officedocument.presentationml.slideLayout+xml"/>
  <Override PartName="/ppt/slideLayouts/slideLayout18.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slideLayouts/slideLayout6.xml" ContentType="application/vnd.openxmlformats-officedocument.presentationml.slideLayout+xml"/>
  <Override PartName="/ppt/slideLayouts/slideLayout44.xml" ContentType="application/vnd.openxmlformats-officedocument.presentationml.slideLayout+xml"/>
  <Override PartName="/ppt/slideLayouts/slideLayout7.xml" ContentType="application/vnd.openxmlformats-officedocument.presentationml.slideLayout+xml"/>
  <Override PartName="/ppt/slideLayouts/slideLayout45.xml" ContentType="application/vnd.openxmlformats-officedocument.presentationml.slideLayout+xml"/>
  <Override PartName="/ppt/slideLayouts/slideLayout8.xml" ContentType="application/vnd.openxmlformats-officedocument.presentationml.slideLayout+xml"/>
  <Override PartName="/ppt/slideLayouts/slideLayout46.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media/image1.png" ContentType="image/png"/>
  <Override PartName="/ppt/media/image2.jpeg" ContentType="image/jpeg"/>
  <Override PartName="/ppt/media/image3.png" ContentType="image/png"/>
  <Override PartName="/ppt/media/image4.png" ContentType="image/png"/>
  <Override PartName="/ppt/media/image8.jpeg" ContentType="image/jpeg"/>
  <Override PartName="/ppt/media/image5.jpeg" ContentType="image/jpeg"/>
  <Override PartName="/ppt/media/image6.png" ContentType="image/png"/>
  <Override PartName="/ppt/media/image7.jpeg" ContentType="image/jpeg"/>
  <Override PartName="/ppt/media/image9.png" ContentType="image/png"/>
  <Override PartName="/ppt/presProps.xml" ContentType="application/vnd.openxmlformats-officedocument.presentationml.presPro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4.xml.rels" ContentType="application/vnd.openxmlformats-package.relationships+xml"/>
  <Override PartName="/ppt/slides/_rels/slide11.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1C931D1F-EE84-4A36-8EA1-52EBCAD48158}" type="slidenum">
              <a:t>&lt;#&gt;</a:t>
            </a:fld>
          </a:p>
        </p:txBody>
      </p:sp>
      <p:sp>
        <p:nvSpPr>
          <p:cNvPr id="4" name="PlaceHolder 3"/>
          <p:cNvSpPr>
            <a:spLocks noGrp="1"/>
          </p:cNvSpPr>
          <p:nvPr>
            <p:ph type="dt" idx="3"/>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1"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74BF9FC-2D46-405A-8298-367B095855A1}"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3"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2988809A-733F-4CD2-AE22-65C9DBBA3C07}"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DE487E49-EF14-4010-8B47-2A7EFF842E48}" type="slidenum">
              <a:t>&lt;#&gt;</a:t>
            </a:fld>
          </a:p>
        </p:txBody>
      </p:sp>
      <p:sp>
        <p:nvSpPr>
          <p:cNvPr id="7" name="PlaceHolder 6"/>
          <p:cNvSpPr>
            <a:spLocks noGrp="1"/>
          </p:cNvSpPr>
          <p:nvPr>
            <p:ph type="dt" idx="3"/>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93503CD6-CBA9-428B-AF20-ABF22A0669D3}" type="slidenum">
              <a:t>&lt;#&gt;</a:t>
            </a:fld>
          </a:p>
        </p:txBody>
      </p:sp>
      <p:sp>
        <p:nvSpPr>
          <p:cNvPr id="5" name="PlaceHolder 4"/>
          <p:cNvSpPr>
            <a:spLocks noGrp="1"/>
          </p:cNvSpPr>
          <p:nvPr>
            <p:ph type="dt" idx="3"/>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D7C46113-3D3B-40A1-A8A6-0D884B8A3810}" type="slidenum">
              <a:t>&lt;#&gt;</a:t>
            </a:fld>
          </a:p>
        </p:txBody>
      </p:sp>
      <p:sp>
        <p:nvSpPr>
          <p:cNvPr id="5" name="PlaceHolder 4"/>
          <p:cNvSpPr>
            <a:spLocks noGrp="1"/>
          </p:cNvSpPr>
          <p:nvPr>
            <p:ph type="dt" idx="3"/>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2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DE1E0568-865D-45BD-AD77-A0C1BB97B30C}"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2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6"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61273EEB-4589-40E0-AB64-3B85D4773B81}"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0"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511A795C-BF05-4245-BE6F-2FF6161126F0}"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2"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3"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39D841F5-D9D6-4DCE-8283-F9879A7296D5}" type="slidenum">
              <a:t>&lt;#&gt;</a:t>
            </a:fld>
          </a:p>
        </p:txBody>
      </p:sp>
      <p:sp>
        <p:nvSpPr>
          <p:cNvPr id="7" name="PlaceHolder 6"/>
          <p:cNvSpPr>
            <a:spLocks noGrp="1"/>
          </p:cNvSpPr>
          <p:nvPr>
            <p:ph type="dt" idx="3"/>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38"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E0512662-23D3-4224-99FF-1ACB0774974A}" type="slidenum">
              <a:t>&lt;#&gt;</a:t>
            </a:fld>
          </a:p>
        </p:txBody>
      </p:sp>
      <p:sp>
        <p:nvSpPr>
          <p:cNvPr id="9" name="PlaceHolder 8"/>
          <p:cNvSpPr>
            <a:spLocks noGrp="1"/>
          </p:cNvSpPr>
          <p:nvPr>
            <p:ph type="dt" idx="3"/>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40"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1"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2"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3"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4"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45"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D03766FB-D3EE-4A57-A1A6-D93091A22A84}" type="slidenum">
              <a:t>&lt;#&gt;</a:t>
            </a:fld>
          </a:p>
        </p:txBody>
      </p:sp>
      <p:sp>
        <p:nvSpPr>
          <p:cNvPr id="11" name="PlaceHolder 10"/>
          <p:cNvSpPr>
            <a:spLocks noGrp="1"/>
          </p:cNvSpPr>
          <p:nvPr>
            <p:ph type="dt" idx="3"/>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3A30B2F9-4C39-4E6E-9D41-5BCD32E4A950}" type="slidenum">
              <a:t>&lt;#&gt;</a:t>
            </a:fld>
          </a:p>
        </p:txBody>
      </p:sp>
      <p:sp>
        <p:nvSpPr>
          <p:cNvPr id="4" name="PlaceHolder 3"/>
          <p:cNvSpPr>
            <a:spLocks noGrp="1"/>
          </p:cNvSpPr>
          <p:nvPr>
            <p:ph type="dt" idx="6"/>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A1E1F222-577F-4103-BFBD-FA39484078E8}" type="slidenum">
              <a:t>&lt;#&gt;</a:t>
            </a:fld>
          </a:p>
        </p:txBody>
      </p:sp>
      <p:sp>
        <p:nvSpPr>
          <p:cNvPr id="6" name="PlaceHolder 5"/>
          <p:cNvSpPr>
            <a:spLocks noGrp="1"/>
          </p:cNvSpPr>
          <p:nvPr>
            <p:ph type="dt" idx="6"/>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1198F7B0-F05F-4A6B-8446-91D2102A11EA}" type="slidenum">
              <a:t>&lt;#&gt;</a:t>
            </a:fld>
          </a:p>
        </p:txBody>
      </p:sp>
      <p:sp>
        <p:nvSpPr>
          <p:cNvPr id="6" name="PlaceHolder 5"/>
          <p:cNvSpPr>
            <a:spLocks noGrp="1"/>
          </p:cNvSpPr>
          <p:nvPr>
            <p:ph type="dt" idx="6"/>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5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6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A3732A10-31AC-448A-A59D-C4A056DD7818}" type="slidenum">
              <a:t>&lt;#&gt;</a:t>
            </a:fld>
          </a:p>
        </p:txBody>
      </p:sp>
      <p:sp>
        <p:nvSpPr>
          <p:cNvPr id="7" name="PlaceHolder 6"/>
          <p:cNvSpPr>
            <a:spLocks noGrp="1"/>
          </p:cNvSpPr>
          <p:nvPr>
            <p:ph type="dt" idx="6"/>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6EAFBB56-7BE7-4BFF-BED6-27366B9661D8}" type="slidenum">
              <a:t>&lt;#&gt;</a:t>
            </a:fld>
          </a:p>
        </p:txBody>
      </p:sp>
      <p:sp>
        <p:nvSpPr>
          <p:cNvPr id="5" name="PlaceHolder 4"/>
          <p:cNvSpPr>
            <a:spLocks noGrp="1"/>
          </p:cNvSpPr>
          <p:nvPr>
            <p:ph type="dt" idx="6"/>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2"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50655F53-1C30-49D0-A83F-7A48F764D0D1}" type="slidenum">
              <a:t>&lt;#&gt;</a:t>
            </a:fld>
          </a:p>
        </p:txBody>
      </p:sp>
      <p:sp>
        <p:nvSpPr>
          <p:cNvPr id="5" name="PlaceHolder 4"/>
          <p:cNvSpPr>
            <a:spLocks noGrp="1"/>
          </p:cNvSpPr>
          <p:nvPr>
            <p:ph type="dt" idx="6"/>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6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6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BF3E916A-94D0-4ABD-8C03-465F9D88CF4E}"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6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6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0"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4684B7CA-53F2-48CB-8264-FD51A4240CA5}"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7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4"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1C947696-53A1-4713-9EAC-FF280DEA0BA3}"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76"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7"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6DB1CBF8-9B44-4078-B1DD-FD8A065424A3}" type="slidenum">
              <a:t>&lt;#&gt;</a:t>
            </a:fld>
          </a:p>
        </p:txBody>
      </p:sp>
      <p:sp>
        <p:nvSpPr>
          <p:cNvPr id="7" name="PlaceHolder 6"/>
          <p:cNvSpPr>
            <a:spLocks noGrp="1"/>
          </p:cNvSpPr>
          <p:nvPr>
            <p:ph type="dt" idx="6"/>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7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4369FB79-B0A4-43D3-936C-0D0F0D3E0B86}" type="slidenum">
              <a:t>&lt;#&gt;</a:t>
            </a:fld>
          </a:p>
        </p:txBody>
      </p:sp>
      <p:sp>
        <p:nvSpPr>
          <p:cNvPr id="9" name="PlaceHolder 8"/>
          <p:cNvSpPr>
            <a:spLocks noGrp="1"/>
          </p:cNvSpPr>
          <p:nvPr>
            <p:ph type="dt" idx="6"/>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84"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5"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6"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7"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8"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89"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72B85B9C-14C9-4FE3-9BF1-DACD775B1CA1}" type="slidenum">
              <a:t>&lt;#&gt;</a:t>
            </a:fld>
          </a:p>
        </p:txBody>
      </p:sp>
      <p:sp>
        <p:nvSpPr>
          <p:cNvPr id="11" name="PlaceHolder 10"/>
          <p:cNvSpPr>
            <a:spLocks noGrp="1"/>
          </p:cNvSpPr>
          <p:nvPr>
            <p:ph type="dt" idx="6"/>
          </p:nvPr>
        </p:nvSpPr>
        <p:spPr/>
        <p:txBody>
          <a:bodyPr/>
          <a:p>
            <a:r>
              <a:rPr lang="en-IN"/>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A9A8EF92-63E1-4B34-9DFD-55E99DC8ACC6}" type="slidenum">
              <a:t>&lt;#&gt;</a:t>
            </a:fld>
          </a:p>
        </p:txBody>
      </p:sp>
      <p:sp>
        <p:nvSpPr>
          <p:cNvPr id="4" name="PlaceHolder 3"/>
          <p:cNvSpPr>
            <a:spLocks noGrp="1"/>
          </p:cNvSpPr>
          <p:nvPr>
            <p:ph type="dt" idx="9"/>
          </p:nvPr>
        </p:nvSpPr>
        <p:spPr/>
        <p:txBody>
          <a:bodyPr/>
          <a:p>
            <a:r>
              <a:rPr lang="en-IN"/>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00"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A6776D68-2978-4261-89F0-71525FB8D3C0}" type="slidenum">
              <a:t>&lt;#&gt;</a:t>
            </a:fld>
          </a:p>
        </p:txBody>
      </p:sp>
      <p:sp>
        <p:nvSpPr>
          <p:cNvPr id="6" name="PlaceHolder 5"/>
          <p:cNvSpPr>
            <a:spLocks noGrp="1"/>
          </p:cNvSpPr>
          <p:nvPr>
            <p:ph type="dt" idx="9"/>
          </p:nvPr>
        </p:nvSpPr>
        <p:spPr/>
        <p:txBody>
          <a:bodyPr/>
          <a:p>
            <a:r>
              <a:rPr lang="en-IN"/>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02"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9294F9D6-29F0-4603-BB0E-4AF940636FEA}" type="slidenum">
              <a:t>&lt;#&gt;</a:t>
            </a:fld>
          </a:p>
        </p:txBody>
      </p:sp>
      <p:sp>
        <p:nvSpPr>
          <p:cNvPr id="6" name="PlaceHolder 5"/>
          <p:cNvSpPr>
            <a:spLocks noGrp="1"/>
          </p:cNvSpPr>
          <p:nvPr>
            <p:ph type="dt" idx="9"/>
          </p:nvPr>
        </p:nvSpPr>
        <p:spPr/>
        <p:txBody>
          <a:bodyPr/>
          <a:p>
            <a:r>
              <a:rPr lang="en-IN"/>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04"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0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C2E40101-BD1E-46B8-9AE8-AEF384C0B065}" type="slidenum">
              <a:t>&lt;#&gt;</a:t>
            </a:fld>
          </a:p>
        </p:txBody>
      </p:sp>
      <p:sp>
        <p:nvSpPr>
          <p:cNvPr id="7" name="PlaceHolder 6"/>
          <p:cNvSpPr>
            <a:spLocks noGrp="1"/>
          </p:cNvSpPr>
          <p:nvPr>
            <p:ph type="dt" idx="9"/>
          </p:nvPr>
        </p:nvSpPr>
        <p:spPr/>
        <p:txBody>
          <a:bodyPr/>
          <a:p>
            <a:r>
              <a:rPr lang="en-IN"/>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1CB0FF99-90A0-4730-9469-1ECE41CE5162}" type="slidenum">
              <a:t>&lt;#&gt;</a:t>
            </a:fld>
          </a:p>
        </p:txBody>
      </p:sp>
      <p:sp>
        <p:nvSpPr>
          <p:cNvPr id="5" name="PlaceHolder 4"/>
          <p:cNvSpPr>
            <a:spLocks noGrp="1"/>
          </p:cNvSpPr>
          <p:nvPr>
            <p:ph type="dt" idx="9"/>
          </p:nvPr>
        </p:nvSpPr>
        <p:spPr/>
        <p:txBody>
          <a:bodyPr/>
          <a:p>
            <a:r>
              <a:rPr lang="en-IN"/>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7"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7BDE559F-5ABD-4D75-BD7C-248BEBA1373B}" type="slidenum">
              <a:t>&lt;#&gt;</a:t>
            </a:fld>
          </a:p>
        </p:txBody>
      </p:sp>
      <p:sp>
        <p:nvSpPr>
          <p:cNvPr id="5" name="PlaceHolder 4"/>
          <p:cNvSpPr>
            <a:spLocks noGrp="1"/>
          </p:cNvSpPr>
          <p:nvPr>
            <p:ph type="dt" idx="9"/>
          </p:nvPr>
        </p:nvSpPr>
        <p:spPr/>
        <p:txBody>
          <a:bodyPr/>
          <a:p>
            <a:r>
              <a:rPr lang="en-IN"/>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0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1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1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8E7D0AF0-5F67-443D-A9E2-0DB84BA7E8D1}" type="slidenum">
              <a:t>&lt;#&gt;</a:t>
            </a:fld>
          </a:p>
        </p:txBody>
      </p:sp>
      <p:sp>
        <p:nvSpPr>
          <p:cNvPr id="8" name="PlaceHolder 7"/>
          <p:cNvSpPr>
            <a:spLocks noGrp="1"/>
          </p:cNvSpPr>
          <p:nvPr>
            <p:ph type="dt" idx="9"/>
          </p:nvPr>
        </p:nvSpPr>
        <p:spPr/>
        <p:txBody>
          <a:bodyPr/>
          <a:p>
            <a:r>
              <a:rPr lang="en-IN"/>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13"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1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15"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5443F065-A9AD-49F0-A134-6A0D12DECE0B}" type="slidenum">
              <a:t>&lt;#&gt;</a:t>
            </a:fld>
          </a:p>
        </p:txBody>
      </p:sp>
      <p:sp>
        <p:nvSpPr>
          <p:cNvPr id="8" name="PlaceHolder 7"/>
          <p:cNvSpPr>
            <a:spLocks noGrp="1"/>
          </p:cNvSpPr>
          <p:nvPr>
            <p:ph type="dt" idx="9"/>
          </p:nvPr>
        </p:nvSpPr>
        <p:spPr/>
        <p:txBody>
          <a:bodyPr/>
          <a:p>
            <a:r>
              <a:rPr lang="en-IN"/>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1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1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19"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A3A2FB98-907A-4FCF-9D2F-7273BA3B9DD5}" type="slidenum">
              <a:t>&lt;#&gt;</a:t>
            </a:fld>
          </a:p>
        </p:txBody>
      </p:sp>
      <p:sp>
        <p:nvSpPr>
          <p:cNvPr id="8" name="PlaceHolder 7"/>
          <p:cNvSpPr>
            <a:spLocks noGrp="1"/>
          </p:cNvSpPr>
          <p:nvPr>
            <p:ph type="dt" idx="9"/>
          </p:nvPr>
        </p:nvSpPr>
        <p:spPr/>
        <p:txBody>
          <a:bodyPr/>
          <a:p>
            <a:r>
              <a:rPr lang="en-IN"/>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21"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22"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B9D1981F-AC64-4EBF-9E20-4B3716B2A7B9}" type="slidenum">
              <a:t>&lt;#&gt;</a:t>
            </a:fld>
          </a:p>
        </p:txBody>
      </p:sp>
      <p:sp>
        <p:nvSpPr>
          <p:cNvPr id="7" name="PlaceHolder 6"/>
          <p:cNvSpPr>
            <a:spLocks noGrp="1"/>
          </p:cNvSpPr>
          <p:nvPr>
            <p:ph type="dt" idx="9"/>
          </p:nvPr>
        </p:nvSpPr>
        <p:spPr/>
        <p:txBody>
          <a:bodyPr/>
          <a:p>
            <a:r>
              <a:rPr lang="en-IN"/>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2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2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2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27"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EDBD491D-E7C1-4067-A1A3-4700D7AEEC56}" type="slidenum">
              <a:t>&lt;#&gt;</a:t>
            </a:fld>
          </a:p>
        </p:txBody>
      </p:sp>
      <p:sp>
        <p:nvSpPr>
          <p:cNvPr id="9" name="PlaceHolder 8"/>
          <p:cNvSpPr>
            <a:spLocks noGrp="1"/>
          </p:cNvSpPr>
          <p:nvPr>
            <p:ph type="dt" idx="9"/>
          </p:nvPr>
        </p:nvSpPr>
        <p:spPr/>
        <p:txBody>
          <a:bodyPr/>
          <a:p>
            <a:r>
              <a:rPr lang="en-IN"/>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29"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30"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31"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32"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33"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34"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4A022995-F543-4EA5-9D84-51FC9566CA60}" type="slidenum">
              <a:t>&lt;#&gt;</a:t>
            </a:fld>
          </a:p>
        </p:txBody>
      </p:sp>
      <p:sp>
        <p:nvSpPr>
          <p:cNvPr id="11" name="PlaceHolder 10"/>
          <p:cNvSpPr>
            <a:spLocks noGrp="1"/>
          </p:cNvSpPr>
          <p:nvPr>
            <p:ph type="dt" idx="9"/>
          </p:nvPr>
        </p:nvSpPr>
        <p:spPr/>
        <p:txBody>
          <a:bodyPr/>
          <a:p>
            <a:r>
              <a:rPr lang="en-IN"/>
              <a:t/>
            </a: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1FA7CC0B-D14B-4E03-9F69-BB1A1D9CAA92}" type="slidenum">
              <a:t>&lt;#&gt;</a:t>
            </a:fld>
          </a:p>
        </p:txBody>
      </p:sp>
      <p:sp>
        <p:nvSpPr>
          <p:cNvPr id="4" name="PlaceHolder 3"/>
          <p:cNvSpPr>
            <a:spLocks noGrp="1"/>
          </p:cNvSpPr>
          <p:nvPr>
            <p:ph type="dt" idx="12"/>
          </p:nvPr>
        </p:nvSpPr>
        <p:spPr/>
        <p:txBody>
          <a:bodyPr/>
          <a:p>
            <a:r>
              <a:rPr lang="en-IN"/>
              <a:t/>
            </a: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4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4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68577AE9-A2E4-4A56-B85C-0D4469FC321C}" type="slidenum">
              <a:t>&lt;#&gt;</a:t>
            </a:fld>
          </a:p>
        </p:txBody>
      </p:sp>
      <p:sp>
        <p:nvSpPr>
          <p:cNvPr id="6" name="PlaceHolder 5"/>
          <p:cNvSpPr>
            <a:spLocks noGrp="1"/>
          </p:cNvSpPr>
          <p:nvPr>
            <p:ph type="dt" idx="12"/>
          </p:nvPr>
        </p:nvSpPr>
        <p:spPr/>
        <p:txBody>
          <a:bodyPr/>
          <a:p>
            <a:r>
              <a:rPr lang="en-IN"/>
              <a:t/>
            </a: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4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20637D84-2D9C-4EE6-8B21-4B4389DE227E}" type="slidenum">
              <a:t>&lt;#&gt;</a:t>
            </a:fld>
          </a:p>
        </p:txBody>
      </p:sp>
      <p:sp>
        <p:nvSpPr>
          <p:cNvPr id="6" name="PlaceHolder 5"/>
          <p:cNvSpPr>
            <a:spLocks noGrp="1"/>
          </p:cNvSpPr>
          <p:nvPr>
            <p:ph type="dt" idx="12"/>
          </p:nvPr>
        </p:nvSpPr>
        <p:spPr/>
        <p:txBody>
          <a:bodyPr/>
          <a:p>
            <a:r>
              <a:rPr lang="en-IN"/>
              <a:t/>
            </a: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4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4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5E57D2FF-8D5F-4D78-88C2-6773692A53B0}" type="slidenum">
              <a:t>&lt;#&gt;</a:t>
            </a:fld>
          </a:p>
        </p:txBody>
      </p:sp>
      <p:sp>
        <p:nvSpPr>
          <p:cNvPr id="7" name="PlaceHolder 6"/>
          <p:cNvSpPr>
            <a:spLocks noGrp="1"/>
          </p:cNvSpPr>
          <p:nvPr>
            <p:ph type="dt" idx="12"/>
          </p:nvPr>
        </p:nvSpPr>
        <p:spPr/>
        <p:txBody>
          <a:bodyPr/>
          <a:p>
            <a:r>
              <a:rPr lang="en-IN"/>
              <a:t/>
            </a: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BE43A3B6-2B4A-4C17-BB54-DBB273D865DB}" type="slidenum">
              <a:t>&lt;#&gt;</a:t>
            </a:fld>
          </a:p>
        </p:txBody>
      </p:sp>
      <p:sp>
        <p:nvSpPr>
          <p:cNvPr id="5" name="PlaceHolder 4"/>
          <p:cNvSpPr>
            <a:spLocks noGrp="1"/>
          </p:cNvSpPr>
          <p:nvPr>
            <p:ph type="dt" idx="12"/>
          </p:nvPr>
        </p:nvSpPr>
        <p:spPr/>
        <p:txBody>
          <a:bodyPr/>
          <a:p>
            <a:r>
              <a:rPr lang="en-IN"/>
              <a:t/>
            </a: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1"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10"/>
          </p:nvPr>
        </p:nvSpPr>
        <p:spPr/>
        <p:txBody>
          <a:bodyPr/>
          <a:p>
            <a:r>
              <a:t>Footer</a:t>
            </a:r>
          </a:p>
        </p:txBody>
      </p:sp>
      <p:sp>
        <p:nvSpPr>
          <p:cNvPr id="4" name="PlaceHolder 3"/>
          <p:cNvSpPr>
            <a:spLocks noGrp="1"/>
          </p:cNvSpPr>
          <p:nvPr>
            <p:ph type="sldNum" idx="11"/>
          </p:nvPr>
        </p:nvSpPr>
        <p:spPr/>
        <p:txBody>
          <a:bodyPr/>
          <a:p>
            <a:fld id="{E148CC79-3931-4775-ACB5-3DA3AC09673A}" type="slidenum">
              <a:t>&lt;#&gt;</a:t>
            </a:fld>
          </a:p>
        </p:txBody>
      </p:sp>
      <p:sp>
        <p:nvSpPr>
          <p:cNvPr id="5" name="PlaceHolder 4"/>
          <p:cNvSpPr>
            <a:spLocks noGrp="1"/>
          </p:cNvSpPr>
          <p:nvPr>
            <p:ph type="dt" idx="12"/>
          </p:nvPr>
        </p:nvSpPr>
        <p:spPr/>
        <p:txBody>
          <a:bodyPr/>
          <a:p>
            <a:r>
              <a:rPr lang="en-IN"/>
              <a:t/>
            </a: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5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5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5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CCC99C7E-7730-4FE0-9CF0-323150CFA7C0}" type="slidenum">
              <a:t>&lt;#&gt;</a:t>
            </a:fld>
          </a:p>
        </p:txBody>
      </p:sp>
      <p:sp>
        <p:nvSpPr>
          <p:cNvPr id="8" name="PlaceHolder 7"/>
          <p:cNvSpPr>
            <a:spLocks noGrp="1"/>
          </p:cNvSpPr>
          <p:nvPr>
            <p:ph type="dt" idx="12"/>
          </p:nvPr>
        </p:nvSpPr>
        <p:spPr/>
        <p:txBody>
          <a:bodyPr/>
          <a:p>
            <a:r>
              <a:rPr lang="en-IN"/>
              <a:t/>
            </a: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5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5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59"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C3CC4E75-B95B-4725-A623-5BF89817C4C0}" type="slidenum">
              <a:t>&lt;#&gt;</a:t>
            </a:fld>
          </a:p>
        </p:txBody>
      </p:sp>
      <p:sp>
        <p:nvSpPr>
          <p:cNvPr id="8" name="PlaceHolder 7"/>
          <p:cNvSpPr>
            <a:spLocks noGrp="1"/>
          </p:cNvSpPr>
          <p:nvPr>
            <p:ph type="dt" idx="12"/>
          </p:nvPr>
        </p:nvSpPr>
        <p:spPr/>
        <p:txBody>
          <a:bodyPr/>
          <a:p>
            <a:r>
              <a:rPr lang="en-IN"/>
              <a:t/>
            </a: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6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6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63"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0"/>
          </p:nvPr>
        </p:nvSpPr>
        <p:spPr/>
        <p:txBody>
          <a:bodyPr/>
          <a:p>
            <a:r>
              <a:t>Footer</a:t>
            </a:r>
          </a:p>
        </p:txBody>
      </p:sp>
      <p:sp>
        <p:nvSpPr>
          <p:cNvPr id="7" name="PlaceHolder 6"/>
          <p:cNvSpPr>
            <a:spLocks noGrp="1"/>
          </p:cNvSpPr>
          <p:nvPr>
            <p:ph type="sldNum" idx="11"/>
          </p:nvPr>
        </p:nvSpPr>
        <p:spPr/>
        <p:txBody>
          <a:bodyPr/>
          <a:p>
            <a:fld id="{A04B8D96-7C52-4828-8AB8-075CB557AB7C}" type="slidenum">
              <a:t>&lt;#&gt;</a:t>
            </a:fld>
          </a:p>
        </p:txBody>
      </p:sp>
      <p:sp>
        <p:nvSpPr>
          <p:cNvPr id="8" name="PlaceHolder 7"/>
          <p:cNvSpPr>
            <a:spLocks noGrp="1"/>
          </p:cNvSpPr>
          <p:nvPr>
            <p:ph type="dt" idx="12"/>
          </p:nvPr>
        </p:nvSpPr>
        <p:spPr/>
        <p:txBody>
          <a:bodyPr/>
          <a:p>
            <a:r>
              <a:rPr lang="en-IN"/>
              <a:t/>
            </a: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65"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66"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58331396-2FCC-44F4-A2EB-86037C86214D}" type="slidenum">
              <a:t>&lt;#&gt;</a:t>
            </a:fld>
          </a:p>
        </p:txBody>
      </p:sp>
      <p:sp>
        <p:nvSpPr>
          <p:cNvPr id="7" name="PlaceHolder 6"/>
          <p:cNvSpPr>
            <a:spLocks noGrp="1"/>
          </p:cNvSpPr>
          <p:nvPr>
            <p:ph type="dt" idx="12"/>
          </p:nvPr>
        </p:nvSpPr>
        <p:spPr/>
        <p:txBody>
          <a:bodyPr/>
          <a:p>
            <a:r>
              <a:rPr lang="en-IN"/>
              <a:t/>
            </a: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6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6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7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71"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 name="PlaceHolder 6"/>
          <p:cNvSpPr>
            <a:spLocks noGrp="1"/>
          </p:cNvSpPr>
          <p:nvPr>
            <p:ph type="ftr" idx="10"/>
          </p:nvPr>
        </p:nvSpPr>
        <p:spPr/>
        <p:txBody>
          <a:bodyPr/>
          <a:p>
            <a:r>
              <a:t>Footer</a:t>
            </a:r>
          </a:p>
        </p:txBody>
      </p:sp>
      <p:sp>
        <p:nvSpPr>
          <p:cNvPr id="8" name="PlaceHolder 7"/>
          <p:cNvSpPr>
            <a:spLocks noGrp="1"/>
          </p:cNvSpPr>
          <p:nvPr>
            <p:ph type="sldNum" idx="11"/>
          </p:nvPr>
        </p:nvSpPr>
        <p:spPr/>
        <p:txBody>
          <a:bodyPr/>
          <a:p>
            <a:fld id="{FA35A65F-9949-4FF1-B177-5E2D3ADCF54B}" type="slidenum">
              <a:t>&lt;#&gt;</a:t>
            </a:fld>
          </a:p>
        </p:txBody>
      </p:sp>
      <p:sp>
        <p:nvSpPr>
          <p:cNvPr id="9" name="PlaceHolder 8"/>
          <p:cNvSpPr>
            <a:spLocks noGrp="1"/>
          </p:cNvSpPr>
          <p:nvPr>
            <p:ph type="dt" idx="12"/>
          </p:nvPr>
        </p:nvSpPr>
        <p:spPr/>
        <p:txBody>
          <a:bodyPr/>
          <a:p>
            <a:r>
              <a:rPr lang="en-IN"/>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73"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74"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75"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76"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77"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78"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9" name="PlaceHolder 8"/>
          <p:cNvSpPr>
            <a:spLocks noGrp="1"/>
          </p:cNvSpPr>
          <p:nvPr>
            <p:ph type="ftr" idx="10"/>
          </p:nvPr>
        </p:nvSpPr>
        <p:spPr/>
        <p:txBody>
          <a:bodyPr/>
          <a:p>
            <a:r>
              <a:t>Footer</a:t>
            </a:r>
          </a:p>
        </p:txBody>
      </p:sp>
      <p:sp>
        <p:nvSpPr>
          <p:cNvPr id="10" name="PlaceHolder 9"/>
          <p:cNvSpPr>
            <a:spLocks noGrp="1"/>
          </p:cNvSpPr>
          <p:nvPr>
            <p:ph type="sldNum" idx="11"/>
          </p:nvPr>
        </p:nvSpPr>
        <p:spPr/>
        <p:txBody>
          <a:bodyPr/>
          <a:p>
            <a:fld id="{B1442F35-B8C6-40A4-9AE7-6EA454AA1F47}" type="slidenum">
              <a:t>&lt;#&gt;</a:t>
            </a:fld>
          </a:p>
        </p:txBody>
      </p:sp>
      <p:sp>
        <p:nvSpPr>
          <p:cNvPr id="11" name="PlaceHolder 10"/>
          <p:cNvSpPr>
            <a:spLocks noGrp="1"/>
          </p:cNvSpPr>
          <p:nvPr>
            <p:ph type="dt" idx="12"/>
          </p:nvPr>
        </p:nvSpPr>
        <p:spPr/>
        <p:txBody>
          <a:bodyPr/>
          <a:p>
            <a:r>
              <a:rPr lang="en-IN"/>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BFC17EDE-9867-4F5D-907F-4A7EFC4EF839}" type="slidenum">
              <a:t>&lt;#&gt;</a:t>
            </a:fld>
          </a:p>
        </p:txBody>
      </p:sp>
      <p:sp>
        <p:nvSpPr>
          <p:cNvPr id="4" name="PlaceHolder 3"/>
          <p:cNvSpPr>
            <a:spLocks noGrp="1"/>
          </p:cNvSpPr>
          <p:nvPr>
            <p:ph type="dt" idx="15"/>
          </p:nvPr>
        </p:nvSpPr>
        <p:spPr/>
        <p:txBody>
          <a:bodyPr/>
          <a:p>
            <a:r>
              <a:rPr lang="en-IN"/>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8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8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0670A4E2-1D1A-41DE-9955-92F8BBCF54D9}" type="slidenum">
              <a:t>&lt;#&gt;</a:t>
            </a:fld>
          </a:p>
        </p:txBody>
      </p:sp>
      <p:sp>
        <p:nvSpPr>
          <p:cNvPr id="6" name="PlaceHolder 5"/>
          <p:cNvSpPr>
            <a:spLocks noGrp="1"/>
          </p:cNvSpPr>
          <p:nvPr>
            <p:ph type="dt" idx="15"/>
          </p:nvPr>
        </p:nvSpPr>
        <p:spPr/>
        <p:txBody>
          <a:bodyPr/>
          <a:p>
            <a:r>
              <a:rPr lang="en-IN"/>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8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9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3200" spc="-1" strike="noStrike">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206C0ADD-288B-44A4-BC5B-DF501137489F}" type="slidenum">
              <a:t>&lt;#&gt;</a:t>
            </a:fld>
          </a:p>
        </p:txBody>
      </p:sp>
      <p:sp>
        <p:nvSpPr>
          <p:cNvPr id="6" name="PlaceHolder 5"/>
          <p:cNvSpPr>
            <a:spLocks noGrp="1"/>
          </p:cNvSpPr>
          <p:nvPr>
            <p:ph type="dt" idx="15"/>
          </p:nvPr>
        </p:nvSpPr>
        <p:spPr/>
        <p:txBody>
          <a:bodyPr/>
          <a:p>
            <a:r>
              <a:rPr lang="en-IN"/>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9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9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13"/>
          </p:nvPr>
        </p:nvSpPr>
        <p:spPr/>
        <p:txBody>
          <a:bodyPr/>
          <a:p>
            <a:r>
              <a:t>Footer</a:t>
            </a:r>
          </a:p>
        </p:txBody>
      </p:sp>
      <p:sp>
        <p:nvSpPr>
          <p:cNvPr id="6" name="PlaceHolder 5"/>
          <p:cNvSpPr>
            <a:spLocks noGrp="1"/>
          </p:cNvSpPr>
          <p:nvPr>
            <p:ph type="sldNum" idx="14"/>
          </p:nvPr>
        </p:nvSpPr>
        <p:spPr/>
        <p:txBody>
          <a:bodyPr/>
          <a:p>
            <a:fld id="{4C372F25-510C-4B57-B066-7979CA59CA23}" type="slidenum">
              <a:t>&lt;#&gt;</a:t>
            </a:fld>
          </a:p>
        </p:txBody>
      </p:sp>
      <p:sp>
        <p:nvSpPr>
          <p:cNvPr id="7" name="PlaceHolder 6"/>
          <p:cNvSpPr>
            <a:spLocks noGrp="1"/>
          </p:cNvSpPr>
          <p:nvPr>
            <p:ph type="dt" idx="15"/>
          </p:nvPr>
        </p:nvSpPr>
        <p:spPr/>
        <p:txBody>
          <a:bodyPr/>
          <a:p>
            <a:r>
              <a:rPr lang="en-IN"/>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9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29203451-CC00-4E56-BF42-2D7F49DAE92C}" type="slidenum">
              <a:t>&lt;#&gt;</a:t>
            </a:fld>
          </a:p>
        </p:txBody>
      </p:sp>
      <p:sp>
        <p:nvSpPr>
          <p:cNvPr id="5" name="PlaceHolder 4"/>
          <p:cNvSpPr>
            <a:spLocks noGrp="1"/>
          </p:cNvSpPr>
          <p:nvPr>
            <p:ph type="dt" idx="15"/>
          </p:nvPr>
        </p:nvSpPr>
        <p:spPr/>
        <p:txBody>
          <a:bodyPr/>
          <a:p>
            <a:r>
              <a:rPr lang="en-IN"/>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5"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66445C46-45D0-40B0-9D34-93EA47C922A1}" type="slidenum">
              <a:t>&lt;#&gt;</a:t>
            </a:fld>
          </a:p>
        </p:txBody>
      </p:sp>
      <p:sp>
        <p:nvSpPr>
          <p:cNvPr id="5" name="PlaceHolder 4"/>
          <p:cNvSpPr>
            <a:spLocks noGrp="1"/>
          </p:cNvSpPr>
          <p:nvPr>
            <p:ph type="dt" idx="15"/>
          </p:nvPr>
        </p:nvSpPr>
        <p:spPr/>
        <p:txBody>
          <a:bodyPr/>
          <a:p>
            <a:r>
              <a:rPr lang="en-IN"/>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19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19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19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0977ED7A-B110-4E0C-B237-D380344713F2}" type="slidenum">
              <a:t>&lt;#&gt;</a:t>
            </a:fld>
          </a:p>
        </p:txBody>
      </p:sp>
      <p:sp>
        <p:nvSpPr>
          <p:cNvPr id="8" name="PlaceHolder 7"/>
          <p:cNvSpPr>
            <a:spLocks noGrp="1"/>
          </p:cNvSpPr>
          <p:nvPr>
            <p:ph type="dt" idx="15"/>
          </p:nvPr>
        </p:nvSpPr>
        <p:spPr/>
        <p:txBody>
          <a:bodyPr/>
          <a:p>
            <a:r>
              <a:rPr lang="en-IN"/>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0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3200" spc="-1" strike="noStrike">
              <a:latin typeface="Arial"/>
            </a:endParaRPr>
          </a:p>
        </p:txBody>
      </p:sp>
      <p:sp>
        <p:nvSpPr>
          <p:cNvPr id="20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03"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A283A829-81D7-44FE-94F6-E568BD292C8E}" type="slidenum">
              <a:t>&lt;#&gt;</a:t>
            </a:fld>
          </a:p>
        </p:txBody>
      </p:sp>
      <p:sp>
        <p:nvSpPr>
          <p:cNvPr id="8" name="PlaceHolder 7"/>
          <p:cNvSpPr>
            <a:spLocks noGrp="1"/>
          </p:cNvSpPr>
          <p:nvPr>
            <p:ph type="dt" idx="15"/>
          </p:nvPr>
        </p:nvSpPr>
        <p:spPr/>
        <p:txBody>
          <a:bodyPr/>
          <a:p>
            <a:r>
              <a:rPr lang="en-IN"/>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0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0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07"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6" name="PlaceHolder 5"/>
          <p:cNvSpPr>
            <a:spLocks noGrp="1"/>
          </p:cNvSpPr>
          <p:nvPr>
            <p:ph type="ftr" idx="13"/>
          </p:nvPr>
        </p:nvSpPr>
        <p:spPr/>
        <p:txBody>
          <a:bodyPr/>
          <a:p>
            <a:r>
              <a:t>Footer</a:t>
            </a:r>
          </a:p>
        </p:txBody>
      </p:sp>
      <p:sp>
        <p:nvSpPr>
          <p:cNvPr id="7" name="PlaceHolder 6"/>
          <p:cNvSpPr>
            <a:spLocks noGrp="1"/>
          </p:cNvSpPr>
          <p:nvPr>
            <p:ph type="sldNum" idx="14"/>
          </p:nvPr>
        </p:nvSpPr>
        <p:spPr/>
        <p:txBody>
          <a:bodyPr/>
          <a:p>
            <a:fld id="{0C57D2A5-9C70-48F0-8A07-521079BDF456}" type="slidenum">
              <a:t>&lt;#&gt;</a:t>
            </a:fld>
          </a:p>
        </p:txBody>
      </p:sp>
      <p:sp>
        <p:nvSpPr>
          <p:cNvPr id="8" name="PlaceHolder 7"/>
          <p:cNvSpPr>
            <a:spLocks noGrp="1"/>
          </p:cNvSpPr>
          <p:nvPr>
            <p:ph type="dt" idx="15"/>
          </p:nvPr>
        </p:nvSpPr>
        <p:spPr/>
        <p:txBody>
          <a:bodyPr/>
          <a:p>
            <a:r>
              <a:rPr lang="en-IN"/>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09"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10"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5" name="PlaceHolder 4"/>
          <p:cNvSpPr>
            <a:spLocks noGrp="1"/>
          </p:cNvSpPr>
          <p:nvPr>
            <p:ph type="ftr" idx="13"/>
          </p:nvPr>
        </p:nvSpPr>
        <p:spPr/>
        <p:txBody>
          <a:bodyPr/>
          <a:p>
            <a:r>
              <a:t>Footer</a:t>
            </a:r>
          </a:p>
        </p:txBody>
      </p:sp>
      <p:sp>
        <p:nvSpPr>
          <p:cNvPr id="6" name="PlaceHolder 5"/>
          <p:cNvSpPr>
            <a:spLocks noGrp="1"/>
          </p:cNvSpPr>
          <p:nvPr>
            <p:ph type="sldNum" idx="14"/>
          </p:nvPr>
        </p:nvSpPr>
        <p:spPr/>
        <p:txBody>
          <a:bodyPr/>
          <a:p>
            <a:fld id="{2AD46BEB-5978-4B42-8DAA-C8C392DCD538}" type="slidenum">
              <a:t>&lt;#&gt;</a:t>
            </a:fld>
          </a:p>
        </p:txBody>
      </p:sp>
      <p:sp>
        <p:nvSpPr>
          <p:cNvPr id="7" name="PlaceHolder 6"/>
          <p:cNvSpPr>
            <a:spLocks noGrp="1"/>
          </p:cNvSpPr>
          <p:nvPr>
            <p:ph type="dt" idx="15"/>
          </p:nvPr>
        </p:nvSpPr>
        <p:spPr/>
        <p:txBody>
          <a:bodyPr/>
          <a:p>
            <a:r>
              <a:rPr lang="en-IN"/>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1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15"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3200" spc="-1" strike="noStrike">
              <a:latin typeface="Arial"/>
            </a:endParaRPr>
          </a:p>
        </p:txBody>
      </p:sp>
      <p:sp>
        <p:nvSpPr>
          <p:cNvPr id="7" name="PlaceHolder 6"/>
          <p:cNvSpPr>
            <a:spLocks noGrp="1"/>
          </p:cNvSpPr>
          <p:nvPr>
            <p:ph type="ftr" idx="13"/>
          </p:nvPr>
        </p:nvSpPr>
        <p:spPr/>
        <p:txBody>
          <a:bodyPr/>
          <a:p>
            <a:r>
              <a:t>Footer</a:t>
            </a:r>
          </a:p>
        </p:txBody>
      </p:sp>
      <p:sp>
        <p:nvSpPr>
          <p:cNvPr id="8" name="PlaceHolder 7"/>
          <p:cNvSpPr>
            <a:spLocks noGrp="1"/>
          </p:cNvSpPr>
          <p:nvPr>
            <p:ph type="sldNum" idx="14"/>
          </p:nvPr>
        </p:nvSpPr>
        <p:spPr/>
        <p:txBody>
          <a:bodyPr/>
          <a:p>
            <a:fld id="{EA148411-60B3-4699-9DD0-F588427C39A9}" type="slidenum">
              <a:t>&lt;#&gt;</a:t>
            </a:fld>
          </a:p>
        </p:txBody>
      </p:sp>
      <p:sp>
        <p:nvSpPr>
          <p:cNvPr id="9" name="PlaceHolder 8"/>
          <p:cNvSpPr>
            <a:spLocks noGrp="1"/>
          </p:cNvSpPr>
          <p:nvPr>
            <p:ph type="dt" idx="15"/>
          </p:nvPr>
        </p:nvSpPr>
        <p:spPr/>
        <p:txBody>
          <a:bodyPr/>
          <a:p>
            <a:r>
              <a:rPr lang="en-IN"/>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endParaRPr b="0" lang="en-IN" sz="4400" spc="-1" strike="noStrike">
              <a:latin typeface="Arial"/>
            </a:endParaRPr>
          </a:p>
        </p:txBody>
      </p:sp>
      <p:sp>
        <p:nvSpPr>
          <p:cNvPr id="217"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18"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19"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20"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21"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222"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3200" spc="-1" strike="noStrike">
              <a:latin typeface="Arial"/>
            </a:endParaRPr>
          </a:p>
        </p:txBody>
      </p:sp>
      <p:sp>
        <p:nvSpPr>
          <p:cNvPr id="9" name="PlaceHolder 8"/>
          <p:cNvSpPr>
            <a:spLocks noGrp="1"/>
          </p:cNvSpPr>
          <p:nvPr>
            <p:ph type="ftr" idx="13"/>
          </p:nvPr>
        </p:nvSpPr>
        <p:spPr/>
        <p:txBody>
          <a:bodyPr/>
          <a:p>
            <a:r>
              <a:t>Footer</a:t>
            </a:r>
          </a:p>
        </p:txBody>
      </p:sp>
      <p:sp>
        <p:nvSpPr>
          <p:cNvPr id="10" name="PlaceHolder 9"/>
          <p:cNvSpPr>
            <a:spLocks noGrp="1"/>
          </p:cNvSpPr>
          <p:nvPr>
            <p:ph type="sldNum" idx="14"/>
          </p:nvPr>
        </p:nvSpPr>
        <p:spPr/>
        <p:txBody>
          <a:bodyPr/>
          <a:p>
            <a:fld id="{3F168263-AD6E-4506-8306-D9801A3F0732}" type="slidenum">
              <a:t>&lt;#&gt;</a:t>
            </a:fld>
          </a:p>
        </p:txBody>
      </p:sp>
      <p:sp>
        <p:nvSpPr>
          <p:cNvPr id="11" name="PlaceHolder 10"/>
          <p:cNvSpPr>
            <a:spLocks noGrp="1"/>
          </p:cNvSpPr>
          <p:nvPr>
            <p:ph type="dt" idx="15"/>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Rectangle 6" hidden="1"/>
          <p:cNvSpPr/>
          <p:nvPr/>
        </p:nvSpPr>
        <p:spPr>
          <a:xfrm>
            <a:off x="0" y="6400800"/>
            <a:ext cx="12187800" cy="45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1" name="Rectangle 8" hidden="1"/>
          <p:cNvSpPr/>
          <p:nvPr/>
        </p:nvSpPr>
        <p:spPr>
          <a:xfrm>
            <a:off x="0" y="6334200"/>
            <a:ext cx="12187800" cy="61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2" name="Straight Connector 9"/>
          <p:cNvSpPr/>
          <p:nvPr/>
        </p:nvSpPr>
        <p:spPr>
          <a:xfrm>
            <a:off x="1193400" y="1737720"/>
            <a:ext cx="9966960" cy="360"/>
          </a:xfrm>
          <a:prstGeom prst="line">
            <a:avLst/>
          </a:prstGeom>
          <a:ln w="6350">
            <a:solidFill>
              <a:srgbClr val="808080"/>
            </a:solidFill>
            <a:round/>
          </a:ln>
        </p:spPr>
        <p:style>
          <a:lnRef idx="1">
            <a:schemeClr val="accent1"/>
          </a:lnRef>
          <a:fillRef idx="0">
            <a:schemeClr val="accent1"/>
          </a:fillRef>
          <a:effectRef idx="0">
            <a:schemeClr val="accent1"/>
          </a:effectRef>
          <a:fontRef idx="minor"/>
        </p:style>
      </p:sp>
      <p:sp>
        <p:nvSpPr>
          <p:cNvPr id="3" name="Rectangle 4"/>
          <p:cNvSpPr/>
          <p:nvPr/>
        </p:nvSpPr>
        <p:spPr>
          <a:xfrm>
            <a:off x="3240" y="6400800"/>
            <a:ext cx="12184560" cy="45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4" name="Rectangle 5"/>
          <p:cNvSpPr/>
          <p:nvPr/>
        </p:nvSpPr>
        <p:spPr>
          <a:xfrm>
            <a:off x="0" y="6334200"/>
            <a:ext cx="12184560" cy="59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5" name="PlaceHolder 1"/>
          <p:cNvSpPr>
            <a:spLocks noGrp="1"/>
          </p:cNvSpPr>
          <p:nvPr>
            <p:ph type="ftr" idx="1"/>
          </p:nvPr>
        </p:nvSpPr>
        <p:spPr>
          <a:xfrm>
            <a:off x="3686040" y="6459840"/>
            <a:ext cx="4818600" cy="360720"/>
          </a:xfrm>
          <a:prstGeom prst="rect">
            <a:avLst/>
          </a:prstGeom>
          <a:noFill/>
          <a:ln w="0">
            <a:noFill/>
          </a:ln>
        </p:spPr>
        <p:txBody>
          <a:bodyPr lIns="90000" rIns="90000" tIns="45000" bIns="45000" anchor="ctr">
            <a:noAutofit/>
          </a:bodyPr>
          <a:lstStyle>
            <a:lvl1pPr algn="ctr">
              <a:lnSpc>
                <a:spcPct val="100000"/>
              </a:lnSpc>
              <a:buNone/>
              <a:defRPr b="0" lang="en-IN" sz="1400" spc="-1" strike="noStrike">
                <a:latin typeface="Times New Roman"/>
              </a:defRPr>
            </a:lvl1pPr>
          </a:lstStyle>
          <a:p>
            <a:pPr algn="ctr">
              <a:lnSpc>
                <a:spcPct val="100000"/>
              </a:lnSpc>
              <a:buNone/>
            </a:pPr>
            <a:r>
              <a:rPr b="0" lang="en-IN" sz="1400" spc="-1" strike="noStrike">
                <a:latin typeface="Times New Roman"/>
              </a:rPr>
              <a:t>&lt;footer&gt;</a:t>
            </a:r>
            <a:endParaRPr b="0" lang="en-IN" sz="1400" spc="-1" strike="noStrike">
              <a:latin typeface="Times New Roman"/>
            </a:endParaRPr>
          </a:p>
        </p:txBody>
      </p:sp>
      <p:sp>
        <p:nvSpPr>
          <p:cNvPr id="6" name="PlaceHolder 2"/>
          <p:cNvSpPr>
            <a:spLocks noGrp="1"/>
          </p:cNvSpPr>
          <p:nvPr>
            <p:ph type="sldNum" idx="2"/>
          </p:nvPr>
        </p:nvSpPr>
        <p:spPr>
          <a:xfrm>
            <a:off x="9900360" y="6459840"/>
            <a:ext cx="1307880" cy="360720"/>
          </a:xfrm>
          <a:prstGeom prst="rect">
            <a:avLst/>
          </a:prstGeom>
          <a:noFill/>
          <a:ln w="0">
            <a:noFill/>
          </a:ln>
        </p:spPr>
        <p:txBody>
          <a:bodyPr lIns="90000" rIns="90000" tIns="45000" bIns="45000" anchor="ctr">
            <a:noAutofit/>
          </a:bodyPr>
          <a:lstStyle>
            <a:lvl1pPr algn="r">
              <a:lnSpc>
                <a:spcPct val="100000"/>
              </a:lnSpc>
              <a:buNone/>
              <a:defRPr b="0" lang="en-US" sz="1050" spc="-1" strike="noStrike">
                <a:solidFill>
                  <a:srgbClr val="ffffff"/>
                </a:solidFill>
                <a:latin typeface="Calibri"/>
              </a:defRPr>
            </a:lvl1pPr>
          </a:lstStyle>
          <a:p>
            <a:pPr algn="r">
              <a:lnSpc>
                <a:spcPct val="100000"/>
              </a:lnSpc>
              <a:buNone/>
            </a:pPr>
            <a:fld id="{A9B03958-5BDC-45CF-AC6A-119C5705AB7C}" type="slidenum">
              <a:rPr b="0" lang="en-US" sz="1050" spc="-1" strike="noStrike">
                <a:solidFill>
                  <a:srgbClr val="ffffff"/>
                </a:solidFill>
                <a:latin typeface="Calibri"/>
              </a:rPr>
              <a:t>&lt;number&gt;</a:t>
            </a:fld>
            <a:endParaRPr b="0" lang="en-IN" sz="1050" spc="-1" strike="noStrike">
              <a:latin typeface="Times New Roman"/>
            </a:endParaRPr>
          </a:p>
        </p:txBody>
      </p:sp>
      <p:sp>
        <p:nvSpPr>
          <p:cNvPr id="7" name="PlaceHolder 3"/>
          <p:cNvSpPr>
            <a:spLocks noGrp="1"/>
          </p:cNvSpPr>
          <p:nvPr>
            <p:ph type="dt" idx="3"/>
          </p:nvPr>
        </p:nvSpPr>
        <p:spPr>
          <a:xfrm>
            <a:off x="1097280" y="6459840"/>
            <a:ext cx="2467800" cy="360720"/>
          </a:xfrm>
          <a:prstGeom prst="rect">
            <a:avLst/>
          </a:prstGeom>
          <a:noFill/>
          <a:ln w="0">
            <a:noFill/>
          </a:ln>
        </p:spPr>
        <p:txBody>
          <a:bodyPr lIns="90000" rIns="90000" tIns="45000" bIns="45000"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8"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IN" sz="4400" spc="-1" strike="noStrike">
                <a:latin typeface="Arial"/>
              </a:rPr>
              <a:t>Click to edit the title text format</a:t>
            </a:r>
            <a:endParaRPr b="0" lang="en-IN" sz="4400" spc="-1" strike="noStrike">
              <a:latin typeface="Arial"/>
            </a:endParaRPr>
          </a:p>
        </p:txBody>
      </p:sp>
      <p:sp>
        <p:nvSpPr>
          <p:cNvPr id="9"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Rectangle 6"/>
          <p:cNvSpPr/>
          <p:nvPr/>
        </p:nvSpPr>
        <p:spPr>
          <a:xfrm>
            <a:off x="0" y="6400800"/>
            <a:ext cx="12187800" cy="45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47" name="Rectangle 8"/>
          <p:cNvSpPr/>
          <p:nvPr/>
        </p:nvSpPr>
        <p:spPr>
          <a:xfrm>
            <a:off x="0" y="6334200"/>
            <a:ext cx="12187800" cy="61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48" name="Straight Connector 9"/>
          <p:cNvSpPr/>
          <p:nvPr/>
        </p:nvSpPr>
        <p:spPr>
          <a:xfrm>
            <a:off x="1193400" y="1737720"/>
            <a:ext cx="9966960" cy="360"/>
          </a:xfrm>
          <a:prstGeom prst="line">
            <a:avLst/>
          </a:prstGeom>
          <a:ln w="6350">
            <a:solidFill>
              <a:srgbClr val="808080"/>
            </a:solidFill>
            <a:round/>
          </a:ln>
        </p:spPr>
        <p:style>
          <a:lnRef idx="1">
            <a:schemeClr val="accent1"/>
          </a:lnRef>
          <a:fillRef idx="0">
            <a:schemeClr val="accent1"/>
          </a:fillRef>
          <a:effectRef idx="0">
            <a:schemeClr val="accent1"/>
          </a:effectRef>
          <a:fontRef idx="minor"/>
        </p:style>
      </p:sp>
      <p:sp>
        <p:nvSpPr>
          <p:cNvPr id="49" name="PlaceHolder 1"/>
          <p:cNvSpPr>
            <a:spLocks noGrp="1"/>
          </p:cNvSpPr>
          <p:nvPr>
            <p:ph type="ftr" idx="4"/>
          </p:nvPr>
        </p:nvSpPr>
        <p:spPr>
          <a:xfrm>
            <a:off x="3686040" y="6459840"/>
            <a:ext cx="4818600" cy="360720"/>
          </a:xfrm>
          <a:prstGeom prst="rect">
            <a:avLst/>
          </a:prstGeom>
          <a:noFill/>
          <a:ln w="0">
            <a:noFill/>
          </a:ln>
        </p:spPr>
        <p:txBody>
          <a:bodyPr lIns="90000" rIns="90000" tIns="45000" bIns="45000" anchor="ctr">
            <a:noAutofit/>
          </a:bodyPr>
          <a:lstStyle>
            <a:lvl1pPr algn="ctr">
              <a:lnSpc>
                <a:spcPct val="100000"/>
              </a:lnSpc>
              <a:buNone/>
              <a:defRPr b="0" lang="en-IN" sz="1400" spc="-1" strike="noStrike">
                <a:latin typeface="Times New Roman"/>
              </a:defRPr>
            </a:lvl1pPr>
          </a:lstStyle>
          <a:p>
            <a:pPr algn="ctr">
              <a:lnSpc>
                <a:spcPct val="100000"/>
              </a:lnSpc>
              <a:buNone/>
            </a:pPr>
            <a:r>
              <a:rPr b="0" lang="en-IN" sz="1400" spc="-1" strike="noStrike">
                <a:latin typeface="Times New Roman"/>
              </a:rPr>
              <a:t>&lt;footer&gt;</a:t>
            </a:r>
            <a:endParaRPr b="0" lang="en-IN" sz="1400" spc="-1" strike="noStrike">
              <a:latin typeface="Times New Roman"/>
            </a:endParaRPr>
          </a:p>
        </p:txBody>
      </p:sp>
      <p:sp>
        <p:nvSpPr>
          <p:cNvPr id="50" name="PlaceHolder 2"/>
          <p:cNvSpPr>
            <a:spLocks noGrp="1"/>
          </p:cNvSpPr>
          <p:nvPr>
            <p:ph type="sldNum" idx="5"/>
          </p:nvPr>
        </p:nvSpPr>
        <p:spPr>
          <a:xfrm>
            <a:off x="9900360" y="6459840"/>
            <a:ext cx="1307880" cy="360720"/>
          </a:xfrm>
          <a:prstGeom prst="rect">
            <a:avLst/>
          </a:prstGeom>
          <a:noFill/>
          <a:ln w="0">
            <a:noFill/>
          </a:ln>
        </p:spPr>
        <p:txBody>
          <a:bodyPr lIns="90000" rIns="90000" tIns="45000" bIns="45000" anchor="ctr">
            <a:noAutofit/>
          </a:bodyPr>
          <a:lstStyle>
            <a:lvl1pPr algn="r">
              <a:lnSpc>
                <a:spcPct val="100000"/>
              </a:lnSpc>
              <a:buNone/>
              <a:defRPr b="0" lang="en-US" sz="1050" spc="-1" strike="noStrike">
                <a:solidFill>
                  <a:srgbClr val="ffffff"/>
                </a:solidFill>
                <a:latin typeface="Calibri"/>
              </a:defRPr>
            </a:lvl1pPr>
          </a:lstStyle>
          <a:p>
            <a:pPr algn="r">
              <a:lnSpc>
                <a:spcPct val="100000"/>
              </a:lnSpc>
              <a:buNone/>
            </a:pPr>
            <a:fld id="{54042CA8-E15C-41CF-AE4A-5E23B6435BBD}" type="slidenum">
              <a:rPr b="0" lang="en-US" sz="1050" spc="-1" strike="noStrike">
                <a:solidFill>
                  <a:srgbClr val="ffffff"/>
                </a:solidFill>
                <a:latin typeface="Calibri"/>
              </a:rPr>
              <a:t>&lt;number&gt;</a:t>
            </a:fld>
            <a:endParaRPr b="0" lang="en-IN" sz="1050" spc="-1" strike="noStrike">
              <a:latin typeface="Times New Roman"/>
            </a:endParaRPr>
          </a:p>
        </p:txBody>
      </p:sp>
      <p:sp>
        <p:nvSpPr>
          <p:cNvPr id="51" name="PlaceHolder 3"/>
          <p:cNvSpPr>
            <a:spLocks noGrp="1"/>
          </p:cNvSpPr>
          <p:nvPr>
            <p:ph type="dt" idx="6"/>
          </p:nvPr>
        </p:nvSpPr>
        <p:spPr>
          <a:xfrm>
            <a:off x="1097280" y="6459840"/>
            <a:ext cx="2467800" cy="360720"/>
          </a:xfrm>
          <a:prstGeom prst="rect">
            <a:avLst/>
          </a:prstGeom>
          <a:noFill/>
          <a:ln w="0">
            <a:noFill/>
          </a:ln>
        </p:spPr>
        <p:txBody>
          <a:bodyPr lIns="90000" rIns="90000" tIns="45000" bIns="45000"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52"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algn="ctr">
              <a:buNone/>
            </a:pPr>
            <a:r>
              <a:rPr b="0" lang="en-IN" sz="4400" spc="-1" strike="noStrike">
                <a:latin typeface="Arial"/>
              </a:rPr>
              <a:t>Click to edit </a:t>
            </a:r>
            <a:r>
              <a:rPr b="0" lang="en-IN" sz="4400" spc="-1" strike="noStrike">
                <a:latin typeface="Arial"/>
              </a:rPr>
              <a:t>the title text </a:t>
            </a:r>
            <a:r>
              <a:rPr b="0" lang="en-IN" sz="4400" spc="-1" strike="noStrike">
                <a:latin typeface="Arial"/>
              </a:rPr>
              <a:t>format</a:t>
            </a:r>
            <a:endParaRPr b="0" lang="en-IN" sz="4400" spc="-1" strike="noStrike">
              <a:latin typeface="Arial"/>
            </a:endParaRPr>
          </a:p>
        </p:txBody>
      </p:sp>
      <p:sp>
        <p:nvSpPr>
          <p:cNvPr id="5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0" name="Rectangle 6"/>
          <p:cNvSpPr/>
          <p:nvPr/>
        </p:nvSpPr>
        <p:spPr>
          <a:xfrm>
            <a:off x="0" y="6400800"/>
            <a:ext cx="12187800" cy="45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91" name="Rectangle 8"/>
          <p:cNvSpPr/>
          <p:nvPr/>
        </p:nvSpPr>
        <p:spPr>
          <a:xfrm>
            <a:off x="0" y="6334200"/>
            <a:ext cx="12187800" cy="61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92" name="Straight Connector 9"/>
          <p:cNvSpPr/>
          <p:nvPr/>
        </p:nvSpPr>
        <p:spPr>
          <a:xfrm>
            <a:off x="1193400" y="1737720"/>
            <a:ext cx="9966960" cy="360"/>
          </a:xfrm>
          <a:prstGeom prst="line">
            <a:avLst/>
          </a:prstGeom>
          <a:ln w="6350">
            <a:solidFill>
              <a:srgbClr val="808080"/>
            </a:solidFill>
            <a:round/>
          </a:ln>
        </p:spPr>
        <p:style>
          <a:lnRef idx="1">
            <a:schemeClr val="accent1"/>
          </a:lnRef>
          <a:fillRef idx="0">
            <a:schemeClr val="accent1"/>
          </a:fillRef>
          <a:effectRef idx="0">
            <a:schemeClr val="accent1"/>
          </a:effectRef>
          <a:fontRef idx="minor"/>
        </p:style>
      </p:sp>
      <p:sp>
        <p:nvSpPr>
          <p:cNvPr id="93"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r>
              <a:rPr b="0" lang="en-IN" sz="1800" spc="-1" strike="noStrike">
                <a:latin typeface="Arial"/>
              </a:rPr>
              <a:t>Click to edit the title text format</a:t>
            </a:r>
            <a:endParaRPr b="0" lang="en-IN" sz="1800" spc="-1" strike="noStrike">
              <a:latin typeface="Arial"/>
            </a:endParaRPr>
          </a:p>
        </p:txBody>
      </p:sp>
      <p:sp>
        <p:nvSpPr>
          <p:cNvPr id="94"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pc="-1" strike="noStrike">
                <a:latin typeface="Arial"/>
              </a:rPr>
              <a:t>Click to edit the outline text format</a:t>
            </a:r>
            <a:endParaRPr b="0" lang="en-IN" sz="1800" spc="-1" strike="noStrike">
              <a:latin typeface="Arial"/>
            </a:endParaRPr>
          </a:p>
          <a:p>
            <a:pPr lvl="1" marL="864000" indent="-324000">
              <a:spcBef>
                <a:spcPts val="1134"/>
              </a:spcBef>
              <a:buClr>
                <a:srgbClr val="000000"/>
              </a:buClr>
              <a:buSzPct val="75000"/>
              <a:buFont typeface="Symbol" charset="2"/>
              <a:buChar char=""/>
            </a:pPr>
            <a:r>
              <a:rPr b="0" lang="en-IN" sz="1800" spc="-1" strike="noStrike">
                <a:latin typeface="Arial"/>
              </a:rPr>
              <a:t>Second Outline Level</a:t>
            </a:r>
            <a:endParaRPr b="0" lang="en-IN" sz="1800" spc="-1" strike="noStrike">
              <a:latin typeface="Arial"/>
            </a:endParaRPr>
          </a:p>
          <a:p>
            <a:pPr lvl="2" marL="1296000" indent="-288000">
              <a:spcBef>
                <a:spcPts val="850"/>
              </a:spcBef>
              <a:buClr>
                <a:srgbClr val="000000"/>
              </a:buClr>
              <a:buSzPct val="45000"/>
              <a:buFont typeface="Wingdings" charset="2"/>
              <a:buChar char=""/>
            </a:pPr>
            <a:r>
              <a:rPr b="0" lang="en-IN" sz="1800" spc="-1" strike="noStrike">
                <a:latin typeface="Arial"/>
              </a:rPr>
              <a:t>Third Outline Level</a:t>
            </a:r>
            <a:endParaRPr b="0" lang="en-IN" sz="1800" spc="-1" strike="noStrike">
              <a:latin typeface="Arial"/>
            </a:endParaRPr>
          </a:p>
          <a:p>
            <a:pPr lvl="3" marL="1728000" indent="-216000">
              <a:spcBef>
                <a:spcPts val="567"/>
              </a:spcBef>
              <a:buClr>
                <a:srgbClr val="000000"/>
              </a:buClr>
              <a:buSzPct val="75000"/>
              <a:buFont typeface="Symbol" charset="2"/>
              <a:buChar char=""/>
            </a:pPr>
            <a:r>
              <a:rPr b="0" lang="en-IN" sz="1800" spc="-1" strike="noStrike">
                <a:latin typeface="Arial"/>
              </a:rPr>
              <a:t>Fourth Outline Level</a:t>
            </a:r>
            <a:endParaRPr b="0" lang="en-IN" sz="1800" spc="-1" strike="noStrike">
              <a:latin typeface="Arial"/>
            </a:endParaRPr>
          </a:p>
          <a:p>
            <a:pPr lvl="4" marL="2160000" indent="-216000">
              <a:spcBef>
                <a:spcPts val="283"/>
              </a:spcBef>
              <a:buClr>
                <a:srgbClr val="000000"/>
              </a:buClr>
              <a:buSzPct val="45000"/>
              <a:buFont typeface="Wingdings" charset="2"/>
              <a:buChar char=""/>
            </a:pPr>
            <a:r>
              <a:rPr b="0" lang="en-IN" sz="1800" spc="-1" strike="noStrike">
                <a:latin typeface="Arial"/>
              </a:rPr>
              <a:t>Fifth Outline Level</a:t>
            </a:r>
            <a:endParaRPr b="0" lang="en-IN" sz="1800" spc="-1" strike="noStrike">
              <a:latin typeface="Arial"/>
            </a:endParaRPr>
          </a:p>
          <a:p>
            <a:pPr lvl="5" marL="2592000" indent="-216000">
              <a:spcBef>
                <a:spcPts val="283"/>
              </a:spcBef>
              <a:buClr>
                <a:srgbClr val="000000"/>
              </a:buClr>
              <a:buSzPct val="45000"/>
              <a:buFont typeface="Wingdings" charset="2"/>
              <a:buChar char=""/>
            </a:pPr>
            <a:r>
              <a:rPr b="0" lang="en-IN" sz="1800" spc="-1" strike="noStrike">
                <a:latin typeface="Arial"/>
              </a:rPr>
              <a:t>Sixth Outline Level</a:t>
            </a:r>
            <a:endParaRPr b="0" lang="en-IN" sz="1800" spc="-1" strike="noStrike">
              <a:latin typeface="Arial"/>
            </a:endParaRPr>
          </a:p>
          <a:p>
            <a:pPr lvl="6" marL="3024000" indent="-216000">
              <a:spcBef>
                <a:spcPts val="283"/>
              </a:spcBef>
              <a:buClr>
                <a:srgbClr val="000000"/>
              </a:buClr>
              <a:buSzPct val="45000"/>
              <a:buFont typeface="Wingdings" charset="2"/>
              <a:buChar char=""/>
            </a:pPr>
            <a:r>
              <a:rPr b="0" lang="en-IN" sz="1800" spc="-1" strike="noStrike">
                <a:latin typeface="Arial"/>
              </a:rPr>
              <a:t>Seventh Outline Level</a:t>
            </a:r>
            <a:endParaRPr b="0" lang="en-IN" sz="1800" spc="-1" strike="noStrike">
              <a:latin typeface="Arial"/>
            </a:endParaRPr>
          </a:p>
        </p:txBody>
      </p:sp>
      <p:sp>
        <p:nvSpPr>
          <p:cNvPr id="95"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pc="-1" strike="noStrike">
                <a:latin typeface="Arial"/>
              </a:rPr>
              <a:t>Click to edit the outline text format</a:t>
            </a:r>
            <a:endParaRPr b="0" lang="en-IN" sz="1800" spc="-1" strike="noStrike">
              <a:latin typeface="Arial"/>
            </a:endParaRPr>
          </a:p>
          <a:p>
            <a:pPr lvl="1" marL="864000" indent="-324000">
              <a:spcBef>
                <a:spcPts val="1134"/>
              </a:spcBef>
              <a:buClr>
                <a:srgbClr val="000000"/>
              </a:buClr>
              <a:buSzPct val="75000"/>
              <a:buFont typeface="Symbol" charset="2"/>
              <a:buChar char=""/>
            </a:pPr>
            <a:r>
              <a:rPr b="0" lang="en-IN" sz="1800" spc="-1" strike="noStrike">
                <a:latin typeface="Arial"/>
              </a:rPr>
              <a:t>Second Outline Level</a:t>
            </a:r>
            <a:endParaRPr b="0" lang="en-IN" sz="1800" spc="-1" strike="noStrike">
              <a:latin typeface="Arial"/>
            </a:endParaRPr>
          </a:p>
          <a:p>
            <a:pPr lvl="2" marL="1296000" indent="-288000">
              <a:spcBef>
                <a:spcPts val="850"/>
              </a:spcBef>
              <a:buClr>
                <a:srgbClr val="000000"/>
              </a:buClr>
              <a:buSzPct val="45000"/>
              <a:buFont typeface="Wingdings" charset="2"/>
              <a:buChar char=""/>
            </a:pPr>
            <a:r>
              <a:rPr b="0" lang="en-IN" sz="1800" spc="-1" strike="noStrike">
                <a:latin typeface="Arial"/>
              </a:rPr>
              <a:t>Third Outline Level</a:t>
            </a:r>
            <a:endParaRPr b="0" lang="en-IN" sz="1800" spc="-1" strike="noStrike">
              <a:latin typeface="Arial"/>
            </a:endParaRPr>
          </a:p>
          <a:p>
            <a:pPr lvl="3" marL="1728000" indent="-216000">
              <a:spcBef>
                <a:spcPts val="567"/>
              </a:spcBef>
              <a:buClr>
                <a:srgbClr val="000000"/>
              </a:buClr>
              <a:buSzPct val="75000"/>
              <a:buFont typeface="Symbol" charset="2"/>
              <a:buChar char=""/>
            </a:pPr>
            <a:r>
              <a:rPr b="0" lang="en-IN" sz="1800" spc="-1" strike="noStrike">
                <a:latin typeface="Arial"/>
              </a:rPr>
              <a:t>Fourth Outline Level</a:t>
            </a:r>
            <a:endParaRPr b="0" lang="en-IN" sz="1800" spc="-1" strike="noStrike">
              <a:latin typeface="Arial"/>
            </a:endParaRPr>
          </a:p>
          <a:p>
            <a:pPr lvl="4" marL="2160000" indent="-216000">
              <a:spcBef>
                <a:spcPts val="283"/>
              </a:spcBef>
              <a:buClr>
                <a:srgbClr val="000000"/>
              </a:buClr>
              <a:buSzPct val="45000"/>
              <a:buFont typeface="Wingdings" charset="2"/>
              <a:buChar char=""/>
            </a:pPr>
            <a:r>
              <a:rPr b="0" lang="en-IN" sz="1800" spc="-1" strike="noStrike">
                <a:latin typeface="Arial"/>
              </a:rPr>
              <a:t>Fifth Outline Level</a:t>
            </a:r>
            <a:endParaRPr b="0" lang="en-IN" sz="1800" spc="-1" strike="noStrike">
              <a:latin typeface="Arial"/>
            </a:endParaRPr>
          </a:p>
          <a:p>
            <a:pPr lvl="5" marL="2592000" indent="-216000">
              <a:spcBef>
                <a:spcPts val="283"/>
              </a:spcBef>
              <a:buClr>
                <a:srgbClr val="000000"/>
              </a:buClr>
              <a:buSzPct val="45000"/>
              <a:buFont typeface="Wingdings" charset="2"/>
              <a:buChar char=""/>
            </a:pPr>
            <a:r>
              <a:rPr b="0" lang="en-IN" sz="1800" spc="-1" strike="noStrike">
                <a:latin typeface="Arial"/>
              </a:rPr>
              <a:t>Sixth Outline Level</a:t>
            </a:r>
            <a:endParaRPr b="0" lang="en-IN" sz="1800" spc="-1" strike="noStrike">
              <a:latin typeface="Arial"/>
            </a:endParaRPr>
          </a:p>
          <a:p>
            <a:pPr lvl="6" marL="3024000" indent="-216000">
              <a:spcBef>
                <a:spcPts val="283"/>
              </a:spcBef>
              <a:buClr>
                <a:srgbClr val="000000"/>
              </a:buClr>
              <a:buSzPct val="45000"/>
              <a:buFont typeface="Wingdings" charset="2"/>
              <a:buChar char=""/>
            </a:pPr>
            <a:r>
              <a:rPr b="0" lang="en-IN" sz="1800" spc="-1" strike="noStrike">
                <a:latin typeface="Arial"/>
              </a:rPr>
              <a:t>Seventh Outline Level</a:t>
            </a:r>
            <a:endParaRPr b="0" lang="en-IN" sz="1800" spc="-1" strike="noStrike">
              <a:latin typeface="Arial"/>
            </a:endParaRPr>
          </a:p>
        </p:txBody>
      </p:sp>
      <p:sp>
        <p:nvSpPr>
          <p:cNvPr id="96" name="PlaceHolder 4"/>
          <p:cNvSpPr>
            <a:spLocks noGrp="1"/>
          </p:cNvSpPr>
          <p:nvPr>
            <p:ph type="ftr" idx="7"/>
          </p:nvPr>
        </p:nvSpPr>
        <p:spPr>
          <a:xfrm>
            <a:off x="3686040" y="6459840"/>
            <a:ext cx="4818600" cy="360720"/>
          </a:xfrm>
          <a:prstGeom prst="rect">
            <a:avLst/>
          </a:prstGeom>
          <a:noFill/>
          <a:ln w="0">
            <a:noFill/>
          </a:ln>
        </p:spPr>
        <p:txBody>
          <a:bodyPr lIns="90000" rIns="90000" tIns="45000" bIns="45000" anchor="ctr">
            <a:noAutofit/>
          </a:bodyPr>
          <a:lstStyle>
            <a:lvl1pPr algn="ctr">
              <a:lnSpc>
                <a:spcPct val="100000"/>
              </a:lnSpc>
              <a:buNone/>
              <a:defRPr b="0" lang="en-IN" sz="1400" spc="-1" strike="noStrike">
                <a:latin typeface="Times New Roman"/>
              </a:defRPr>
            </a:lvl1pPr>
          </a:lstStyle>
          <a:p>
            <a:pPr algn="ctr">
              <a:lnSpc>
                <a:spcPct val="100000"/>
              </a:lnSpc>
              <a:buNone/>
            </a:pPr>
            <a:r>
              <a:rPr b="0" lang="en-IN" sz="1400" spc="-1" strike="noStrike">
                <a:latin typeface="Times New Roman"/>
              </a:rPr>
              <a:t>&lt;footer&gt;</a:t>
            </a:r>
            <a:endParaRPr b="0" lang="en-IN" sz="1400" spc="-1" strike="noStrike">
              <a:latin typeface="Times New Roman"/>
            </a:endParaRPr>
          </a:p>
        </p:txBody>
      </p:sp>
      <p:sp>
        <p:nvSpPr>
          <p:cNvPr id="97" name="PlaceHolder 5"/>
          <p:cNvSpPr>
            <a:spLocks noGrp="1"/>
          </p:cNvSpPr>
          <p:nvPr>
            <p:ph type="sldNum" idx="8"/>
          </p:nvPr>
        </p:nvSpPr>
        <p:spPr>
          <a:xfrm>
            <a:off x="9900360" y="6459840"/>
            <a:ext cx="1307880" cy="360720"/>
          </a:xfrm>
          <a:prstGeom prst="rect">
            <a:avLst/>
          </a:prstGeom>
          <a:noFill/>
          <a:ln w="0">
            <a:noFill/>
          </a:ln>
        </p:spPr>
        <p:txBody>
          <a:bodyPr lIns="90000" rIns="90000" tIns="45000" bIns="45000" anchor="ctr">
            <a:noAutofit/>
          </a:bodyPr>
          <a:lstStyle>
            <a:lvl1pPr algn="r">
              <a:lnSpc>
                <a:spcPct val="100000"/>
              </a:lnSpc>
              <a:buNone/>
              <a:defRPr b="0" lang="en-US" sz="1050" spc="-1" strike="noStrike">
                <a:solidFill>
                  <a:srgbClr val="ffffff"/>
                </a:solidFill>
                <a:latin typeface="Calibri"/>
              </a:defRPr>
            </a:lvl1pPr>
          </a:lstStyle>
          <a:p>
            <a:pPr algn="r">
              <a:lnSpc>
                <a:spcPct val="100000"/>
              </a:lnSpc>
              <a:buNone/>
            </a:pPr>
            <a:fld id="{1E6B68E5-7449-465F-ACF7-1A1079D69E8D}" type="slidenum">
              <a:rPr b="0" lang="en-US" sz="1050" spc="-1" strike="noStrike">
                <a:solidFill>
                  <a:srgbClr val="ffffff"/>
                </a:solidFill>
                <a:latin typeface="Calibri"/>
              </a:rPr>
              <a:t>&lt;number&gt;</a:t>
            </a:fld>
            <a:endParaRPr b="0" lang="en-IN" sz="1050" spc="-1" strike="noStrike">
              <a:latin typeface="Times New Roman"/>
            </a:endParaRPr>
          </a:p>
        </p:txBody>
      </p:sp>
      <p:sp>
        <p:nvSpPr>
          <p:cNvPr id="98" name="PlaceHolder 6"/>
          <p:cNvSpPr>
            <a:spLocks noGrp="1"/>
          </p:cNvSpPr>
          <p:nvPr>
            <p:ph type="dt" idx="9"/>
          </p:nvPr>
        </p:nvSpPr>
        <p:spPr>
          <a:xfrm>
            <a:off x="1097280" y="6459840"/>
            <a:ext cx="2467800" cy="360720"/>
          </a:xfrm>
          <a:prstGeom prst="rect">
            <a:avLst/>
          </a:prstGeom>
          <a:noFill/>
          <a:ln w="0">
            <a:noFill/>
          </a:ln>
        </p:spPr>
        <p:txBody>
          <a:bodyPr lIns="90000" rIns="90000" tIns="45000" bIns="45000"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5" name="Rectangle 6"/>
          <p:cNvSpPr/>
          <p:nvPr/>
        </p:nvSpPr>
        <p:spPr>
          <a:xfrm>
            <a:off x="0" y="6400800"/>
            <a:ext cx="12187800" cy="45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136" name="Rectangle 8"/>
          <p:cNvSpPr/>
          <p:nvPr/>
        </p:nvSpPr>
        <p:spPr>
          <a:xfrm>
            <a:off x="0" y="6334200"/>
            <a:ext cx="12187800" cy="61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137" name="Straight Connector 9"/>
          <p:cNvSpPr/>
          <p:nvPr/>
        </p:nvSpPr>
        <p:spPr>
          <a:xfrm>
            <a:off x="1193400" y="1737720"/>
            <a:ext cx="9966960" cy="360"/>
          </a:xfrm>
          <a:prstGeom prst="line">
            <a:avLst/>
          </a:prstGeom>
          <a:ln w="6350">
            <a:solidFill>
              <a:srgbClr val="808080"/>
            </a:solidFill>
            <a:round/>
          </a:ln>
        </p:spPr>
        <p:style>
          <a:lnRef idx="1">
            <a:schemeClr val="accent1"/>
          </a:lnRef>
          <a:fillRef idx="0">
            <a:schemeClr val="accent1"/>
          </a:fillRef>
          <a:effectRef idx="0">
            <a:schemeClr val="accent1"/>
          </a:effectRef>
          <a:fontRef idx="minor"/>
        </p:style>
      </p:sp>
      <p:sp>
        <p:nvSpPr>
          <p:cNvPr id="13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r>
              <a:rPr b="0" lang="en-IN" sz="1800" spc="-1" strike="noStrike">
                <a:latin typeface="Arial"/>
              </a:rPr>
              <a:t>Click to edit the title text format</a:t>
            </a:r>
            <a:endParaRPr b="0" lang="en-IN" sz="1800" spc="-1" strike="noStrike">
              <a:latin typeface="Arial"/>
            </a:endParaRPr>
          </a:p>
        </p:txBody>
      </p:sp>
      <p:sp>
        <p:nvSpPr>
          <p:cNvPr id="139" name="PlaceHolder 2"/>
          <p:cNvSpPr>
            <a:spLocks noGrp="1"/>
          </p:cNvSpPr>
          <p:nvPr>
            <p:ph type="ftr" idx="10"/>
          </p:nvPr>
        </p:nvSpPr>
        <p:spPr>
          <a:xfrm>
            <a:off x="3686040" y="6459840"/>
            <a:ext cx="4818600" cy="360720"/>
          </a:xfrm>
          <a:prstGeom prst="rect">
            <a:avLst/>
          </a:prstGeom>
          <a:noFill/>
          <a:ln w="0">
            <a:noFill/>
          </a:ln>
        </p:spPr>
        <p:txBody>
          <a:bodyPr lIns="90000" rIns="90000" tIns="45000" bIns="45000" anchor="ctr">
            <a:noAutofit/>
          </a:bodyPr>
          <a:lstStyle>
            <a:lvl1pPr algn="ctr">
              <a:lnSpc>
                <a:spcPct val="100000"/>
              </a:lnSpc>
              <a:buNone/>
              <a:defRPr b="0" lang="en-IN" sz="1400" spc="-1" strike="noStrike">
                <a:latin typeface="Times New Roman"/>
              </a:defRPr>
            </a:lvl1pPr>
          </a:lstStyle>
          <a:p>
            <a:pPr algn="ctr">
              <a:lnSpc>
                <a:spcPct val="100000"/>
              </a:lnSpc>
              <a:buNone/>
            </a:pPr>
            <a:r>
              <a:rPr b="0" lang="en-IN" sz="1400" spc="-1" strike="noStrike">
                <a:latin typeface="Times New Roman"/>
              </a:rPr>
              <a:t>&lt;footer&gt;</a:t>
            </a:r>
            <a:endParaRPr b="0" lang="en-IN" sz="1400" spc="-1" strike="noStrike">
              <a:latin typeface="Times New Roman"/>
            </a:endParaRPr>
          </a:p>
        </p:txBody>
      </p:sp>
      <p:sp>
        <p:nvSpPr>
          <p:cNvPr id="140" name="PlaceHolder 3"/>
          <p:cNvSpPr>
            <a:spLocks noGrp="1"/>
          </p:cNvSpPr>
          <p:nvPr>
            <p:ph type="sldNum" idx="11"/>
          </p:nvPr>
        </p:nvSpPr>
        <p:spPr>
          <a:xfrm>
            <a:off x="9900360" y="6459840"/>
            <a:ext cx="1307880" cy="360720"/>
          </a:xfrm>
          <a:prstGeom prst="rect">
            <a:avLst/>
          </a:prstGeom>
          <a:noFill/>
          <a:ln w="0">
            <a:noFill/>
          </a:ln>
        </p:spPr>
        <p:txBody>
          <a:bodyPr lIns="90000" rIns="90000" tIns="45000" bIns="45000" anchor="ctr">
            <a:noAutofit/>
          </a:bodyPr>
          <a:lstStyle>
            <a:lvl1pPr algn="r">
              <a:lnSpc>
                <a:spcPct val="100000"/>
              </a:lnSpc>
              <a:buNone/>
              <a:defRPr b="0" lang="en-US" sz="1050" spc="-1" strike="noStrike">
                <a:solidFill>
                  <a:srgbClr val="ffffff"/>
                </a:solidFill>
                <a:latin typeface="Calibri"/>
              </a:defRPr>
            </a:lvl1pPr>
          </a:lstStyle>
          <a:p>
            <a:pPr algn="r">
              <a:lnSpc>
                <a:spcPct val="100000"/>
              </a:lnSpc>
              <a:buNone/>
            </a:pPr>
            <a:fld id="{A751BACA-C18F-4324-A873-BB76AA510712}" type="slidenum">
              <a:rPr b="0" lang="en-US" sz="1050" spc="-1" strike="noStrike">
                <a:solidFill>
                  <a:srgbClr val="ffffff"/>
                </a:solidFill>
                <a:latin typeface="Calibri"/>
              </a:rPr>
              <a:t>&lt;number&gt;</a:t>
            </a:fld>
            <a:endParaRPr b="0" lang="en-IN" sz="1050" spc="-1" strike="noStrike">
              <a:latin typeface="Times New Roman"/>
            </a:endParaRPr>
          </a:p>
        </p:txBody>
      </p:sp>
      <p:sp>
        <p:nvSpPr>
          <p:cNvPr id="141" name="PlaceHolder 4"/>
          <p:cNvSpPr>
            <a:spLocks noGrp="1"/>
          </p:cNvSpPr>
          <p:nvPr>
            <p:ph type="dt" idx="12"/>
          </p:nvPr>
        </p:nvSpPr>
        <p:spPr>
          <a:xfrm>
            <a:off x="1097280" y="6459840"/>
            <a:ext cx="2467800" cy="360720"/>
          </a:xfrm>
          <a:prstGeom prst="rect">
            <a:avLst/>
          </a:prstGeom>
          <a:noFill/>
          <a:ln w="0">
            <a:noFill/>
          </a:ln>
        </p:spPr>
        <p:txBody>
          <a:bodyPr lIns="90000" rIns="90000" tIns="45000" bIns="45000"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142"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9" name="Rectangle 6"/>
          <p:cNvSpPr/>
          <p:nvPr/>
        </p:nvSpPr>
        <p:spPr>
          <a:xfrm>
            <a:off x="0" y="6400800"/>
            <a:ext cx="12187800" cy="45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sp>
      <p:sp>
        <p:nvSpPr>
          <p:cNvPr id="180" name="Rectangle 8"/>
          <p:cNvSpPr/>
          <p:nvPr/>
        </p:nvSpPr>
        <p:spPr>
          <a:xfrm>
            <a:off x="0" y="6334200"/>
            <a:ext cx="12187800" cy="61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p:style>
      </p:sp>
      <p:sp>
        <p:nvSpPr>
          <p:cNvPr id="181" name="Straight Connector 9"/>
          <p:cNvSpPr/>
          <p:nvPr/>
        </p:nvSpPr>
        <p:spPr>
          <a:xfrm>
            <a:off x="1193400" y="1737720"/>
            <a:ext cx="9966960" cy="360"/>
          </a:xfrm>
          <a:prstGeom prst="line">
            <a:avLst/>
          </a:prstGeom>
          <a:ln w="6350">
            <a:solidFill>
              <a:srgbClr val="808080"/>
            </a:solidFill>
            <a:round/>
          </a:ln>
        </p:spPr>
        <p:style>
          <a:lnRef idx="1">
            <a:schemeClr val="accent1"/>
          </a:lnRef>
          <a:fillRef idx="0">
            <a:schemeClr val="accent1"/>
          </a:fillRef>
          <a:effectRef idx="0">
            <a:schemeClr val="accent1"/>
          </a:effectRef>
          <a:fontRef idx="minor"/>
        </p:style>
      </p:sp>
      <p:sp>
        <p:nvSpPr>
          <p:cNvPr id="18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r>
              <a:rPr b="0" lang="en-IN" sz="1800" spc="-1" strike="noStrike">
                <a:latin typeface="Arial"/>
              </a:rPr>
              <a:t>Click to edit the title text format</a:t>
            </a:r>
            <a:endParaRPr b="0" lang="en-IN" sz="1800" spc="-1" strike="noStrike">
              <a:latin typeface="Arial"/>
            </a:endParaRPr>
          </a:p>
        </p:txBody>
      </p:sp>
      <p:sp>
        <p:nvSpPr>
          <p:cNvPr id="183" name="PlaceHolder 2"/>
          <p:cNvSpPr>
            <a:spLocks noGrp="1"/>
          </p:cNvSpPr>
          <p:nvPr>
            <p:ph type="ftr" idx="13"/>
          </p:nvPr>
        </p:nvSpPr>
        <p:spPr>
          <a:xfrm>
            <a:off x="3686040" y="6459840"/>
            <a:ext cx="4818600" cy="360720"/>
          </a:xfrm>
          <a:prstGeom prst="rect">
            <a:avLst/>
          </a:prstGeom>
          <a:noFill/>
          <a:ln w="0">
            <a:noFill/>
          </a:ln>
        </p:spPr>
        <p:txBody>
          <a:bodyPr lIns="90000" rIns="90000" tIns="45000" bIns="45000" anchor="ctr">
            <a:noAutofit/>
          </a:bodyPr>
          <a:lstStyle>
            <a:lvl1pPr algn="ctr">
              <a:lnSpc>
                <a:spcPct val="100000"/>
              </a:lnSpc>
              <a:buNone/>
              <a:defRPr b="0" lang="en-IN" sz="1400" spc="-1" strike="noStrike">
                <a:latin typeface="Times New Roman"/>
              </a:defRPr>
            </a:lvl1pPr>
          </a:lstStyle>
          <a:p>
            <a:pPr algn="ctr">
              <a:lnSpc>
                <a:spcPct val="100000"/>
              </a:lnSpc>
              <a:buNone/>
            </a:pPr>
            <a:r>
              <a:rPr b="0" lang="en-IN" sz="1400" spc="-1" strike="noStrike">
                <a:latin typeface="Times New Roman"/>
              </a:rPr>
              <a:t>&lt;footer&gt;</a:t>
            </a:r>
            <a:endParaRPr b="0" lang="en-IN" sz="1400" spc="-1" strike="noStrike">
              <a:latin typeface="Times New Roman"/>
            </a:endParaRPr>
          </a:p>
        </p:txBody>
      </p:sp>
      <p:sp>
        <p:nvSpPr>
          <p:cNvPr id="184" name="PlaceHolder 3"/>
          <p:cNvSpPr>
            <a:spLocks noGrp="1"/>
          </p:cNvSpPr>
          <p:nvPr>
            <p:ph type="sldNum" idx="14"/>
          </p:nvPr>
        </p:nvSpPr>
        <p:spPr>
          <a:xfrm>
            <a:off x="9900360" y="6459840"/>
            <a:ext cx="1307880" cy="360720"/>
          </a:xfrm>
          <a:prstGeom prst="rect">
            <a:avLst/>
          </a:prstGeom>
          <a:noFill/>
          <a:ln w="0">
            <a:noFill/>
          </a:ln>
        </p:spPr>
        <p:txBody>
          <a:bodyPr lIns="90000" rIns="90000" tIns="45000" bIns="45000" anchor="ctr">
            <a:noAutofit/>
          </a:bodyPr>
          <a:lstStyle>
            <a:lvl1pPr algn="r">
              <a:lnSpc>
                <a:spcPct val="100000"/>
              </a:lnSpc>
              <a:buNone/>
              <a:defRPr b="0" lang="en-US" sz="1050" spc="-1" strike="noStrike">
                <a:solidFill>
                  <a:srgbClr val="ffffff"/>
                </a:solidFill>
                <a:latin typeface="Calibri"/>
              </a:defRPr>
            </a:lvl1pPr>
          </a:lstStyle>
          <a:p>
            <a:pPr algn="r">
              <a:lnSpc>
                <a:spcPct val="100000"/>
              </a:lnSpc>
              <a:buNone/>
            </a:pPr>
            <a:fld id="{7600CE74-98CF-4744-AE14-B617B17B7678}" type="slidenum">
              <a:rPr b="0" lang="en-US" sz="1050" spc="-1" strike="noStrike">
                <a:solidFill>
                  <a:srgbClr val="ffffff"/>
                </a:solidFill>
                <a:latin typeface="Calibri"/>
              </a:rPr>
              <a:t>&lt;number&gt;</a:t>
            </a:fld>
            <a:endParaRPr b="0" lang="en-IN" sz="1050" spc="-1" strike="noStrike">
              <a:latin typeface="Times New Roman"/>
            </a:endParaRPr>
          </a:p>
        </p:txBody>
      </p:sp>
      <p:sp>
        <p:nvSpPr>
          <p:cNvPr id="185" name="PlaceHolder 4"/>
          <p:cNvSpPr>
            <a:spLocks noGrp="1"/>
          </p:cNvSpPr>
          <p:nvPr>
            <p:ph type="dt" idx="15"/>
          </p:nvPr>
        </p:nvSpPr>
        <p:spPr>
          <a:xfrm>
            <a:off x="1097280" y="6459840"/>
            <a:ext cx="2467800" cy="360720"/>
          </a:xfrm>
          <a:prstGeom prst="rect">
            <a:avLst/>
          </a:prstGeom>
          <a:noFill/>
          <a:ln w="0">
            <a:noFill/>
          </a:ln>
        </p:spPr>
        <p:txBody>
          <a:bodyPr lIns="90000" rIns="90000" tIns="45000" bIns="45000"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18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a:t>
            </a:r>
            <a:r>
              <a:rPr b="0" lang="en-IN" sz="3200" spc="-1" strike="noStrike">
                <a:latin typeface="Arial"/>
              </a:rPr>
              <a:t>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a:t>
            </a:r>
            <a:r>
              <a:rPr b="0" lang="en-IN" sz="2000" spc="-1" strike="noStrike">
                <a:latin typeface="Arial"/>
              </a:rPr>
              <a:t>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8.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jpeg"/><Relationship Id="rId3" Type="http://schemas.openxmlformats.org/officeDocument/2006/relationships/slideLayout" Target="../slideLayouts/slideLayout41.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jpeg"/><Relationship Id="rId3" Type="http://schemas.openxmlformats.org/officeDocument/2006/relationships/slideLayout" Target="../slideLayouts/slideLayout53.xml"/>
</Relationships>
</file>

<file path=ppt/slides/_rels/slide12.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5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TextBox 3"/>
          <p:cNvSpPr/>
          <p:nvPr/>
        </p:nvSpPr>
        <p:spPr>
          <a:xfrm>
            <a:off x="978840" y="306720"/>
            <a:ext cx="1103832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400" spc="-1" strike="noStrike">
                <a:solidFill>
                  <a:srgbClr val="000000"/>
                </a:solidFill>
                <a:latin typeface="Calibri"/>
                <a:ea typeface="DejaVu Sans"/>
              </a:rPr>
              <a:t>    </a:t>
            </a:r>
            <a:r>
              <a:rPr b="0" lang="en-US" sz="2400" spc="-1" strike="noStrike">
                <a:solidFill>
                  <a:srgbClr val="000000"/>
                </a:solidFill>
                <a:latin typeface="Calibri"/>
                <a:ea typeface="DejaVu Sans"/>
              </a:rPr>
              <a:t>RAJIV GANDHI UNIVERSITY OF KNOWLEDGE TECHNOLOGIES - BASAR</a:t>
            </a:r>
            <a:endParaRPr b="0" lang="en-IN" sz="2400" spc="-1" strike="noStrike">
              <a:latin typeface="Arial"/>
            </a:endParaRPr>
          </a:p>
        </p:txBody>
      </p:sp>
      <p:pic>
        <p:nvPicPr>
          <p:cNvPr id="224" name="Picture 4" descr=""/>
          <p:cNvPicPr/>
          <p:nvPr/>
        </p:nvPicPr>
        <p:blipFill>
          <a:blip r:embed="rId1"/>
          <a:stretch/>
        </p:blipFill>
        <p:spPr>
          <a:xfrm>
            <a:off x="978840" y="306720"/>
            <a:ext cx="437760" cy="570240"/>
          </a:xfrm>
          <a:prstGeom prst="rect">
            <a:avLst/>
          </a:prstGeom>
          <a:ln w="0">
            <a:noFill/>
          </a:ln>
        </p:spPr>
      </p:pic>
      <p:sp>
        <p:nvSpPr>
          <p:cNvPr id="225" name="TextBox 5"/>
          <p:cNvSpPr/>
          <p:nvPr/>
        </p:nvSpPr>
        <p:spPr>
          <a:xfrm>
            <a:off x="2017440" y="999720"/>
            <a:ext cx="896076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400" spc="-1" strike="noStrike">
                <a:solidFill>
                  <a:srgbClr val="000000"/>
                </a:solidFill>
                <a:latin typeface="Calibri"/>
                <a:ea typeface="DejaVu Sans"/>
              </a:rPr>
              <a:t>DEPARTMENT OF COMPUTER SCIENCE AND ENGINEERING</a:t>
            </a:r>
            <a:endParaRPr b="0" lang="en-IN" sz="2400" spc="-1" strike="noStrike">
              <a:latin typeface="Arial"/>
            </a:endParaRPr>
          </a:p>
        </p:txBody>
      </p:sp>
      <p:sp>
        <p:nvSpPr>
          <p:cNvPr id="226" name="TextBox 6"/>
          <p:cNvSpPr/>
          <p:nvPr/>
        </p:nvSpPr>
        <p:spPr>
          <a:xfrm>
            <a:off x="4793400" y="1782360"/>
            <a:ext cx="1919880" cy="3945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0" lang="en-US" sz="2000" spc="-1" strike="noStrike">
                <a:solidFill>
                  <a:srgbClr val="000000"/>
                </a:solidFill>
                <a:latin typeface="Calibri"/>
                <a:ea typeface="DejaVu Sans"/>
              </a:rPr>
              <a:t>MINI PROJECT</a:t>
            </a:r>
            <a:endParaRPr b="0" lang="en-IN" sz="2000" spc="-1" strike="noStrike">
              <a:latin typeface="Arial"/>
            </a:endParaRPr>
          </a:p>
        </p:txBody>
      </p:sp>
      <p:sp>
        <p:nvSpPr>
          <p:cNvPr id="227" name="TextBox 7"/>
          <p:cNvSpPr/>
          <p:nvPr/>
        </p:nvSpPr>
        <p:spPr>
          <a:xfrm>
            <a:off x="4618440" y="2469240"/>
            <a:ext cx="2548440" cy="503640"/>
          </a:xfrm>
          <a:prstGeom prst="rect">
            <a:avLst/>
          </a:prstGeom>
          <a:noFill/>
          <a:ln w="0">
            <a:noFill/>
          </a:ln>
        </p:spPr>
        <p:style>
          <a:lnRef idx="0"/>
          <a:fillRef idx="0"/>
          <a:effectRef idx="0"/>
          <a:fontRef idx="minor"/>
        </p:style>
        <p:txBody>
          <a:bodyPr wrap="none" lIns="90000" rIns="90000" tIns="45000" bIns="45000" anchor="t">
            <a:spAutoFit/>
          </a:bodyPr>
          <a:p>
            <a:pPr>
              <a:lnSpc>
                <a:spcPct val="85000"/>
              </a:lnSpc>
              <a:buNone/>
            </a:pPr>
            <a:r>
              <a:rPr b="1" lang="en-US" sz="3200" spc="-52" strike="noStrike">
                <a:solidFill>
                  <a:srgbClr val="ab620d"/>
                </a:solidFill>
                <a:latin typeface="Calibri Light"/>
                <a:ea typeface="DejaVu Sans"/>
              </a:rPr>
              <a:t>NEWS APP</a:t>
            </a:r>
            <a:endParaRPr b="0" lang="en-IN" sz="3200" spc="-1" strike="noStrike">
              <a:latin typeface="Arial"/>
            </a:endParaRPr>
          </a:p>
        </p:txBody>
      </p:sp>
      <p:sp>
        <p:nvSpPr>
          <p:cNvPr id="228" name="Straight Connector 9"/>
          <p:cNvSpPr/>
          <p:nvPr/>
        </p:nvSpPr>
        <p:spPr>
          <a:xfrm flipV="1">
            <a:off x="2359800" y="3196440"/>
            <a:ext cx="6306840" cy="79200"/>
          </a:xfrm>
          <a:prstGeom prst="line">
            <a:avLst/>
          </a:prstGeom>
          <a:ln>
            <a:solidFill>
              <a:srgbClr val="e48312"/>
            </a:solidFill>
            <a:round/>
          </a:ln>
        </p:spPr>
        <p:style>
          <a:lnRef idx="1">
            <a:schemeClr val="accent1"/>
          </a:lnRef>
          <a:fillRef idx="0">
            <a:schemeClr val="accent1"/>
          </a:fillRef>
          <a:effectRef idx="0">
            <a:schemeClr val="accent1"/>
          </a:effectRef>
          <a:fontRef idx="minor"/>
        </p:style>
      </p:sp>
      <p:sp>
        <p:nvSpPr>
          <p:cNvPr id="229" name="TextBox 13"/>
          <p:cNvSpPr/>
          <p:nvPr/>
        </p:nvSpPr>
        <p:spPr>
          <a:xfrm>
            <a:off x="2340000" y="3780000"/>
            <a:ext cx="3493440" cy="1155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000000"/>
                </a:solidFill>
                <a:latin typeface="Calibri"/>
                <a:ea typeface="DejaVu Sans"/>
              </a:rPr>
              <a:t>TEAM:</a:t>
            </a:r>
            <a:endParaRPr b="0" lang="en-IN" sz="1400" spc="-1" strike="noStrike">
              <a:latin typeface="Arial"/>
            </a:endParaRPr>
          </a:p>
          <a:p>
            <a:pPr>
              <a:lnSpc>
                <a:spcPct val="100000"/>
              </a:lnSpc>
              <a:buNone/>
            </a:pPr>
            <a:endParaRPr b="0" lang="en-IN" sz="1400" spc="-1" strike="noStrike">
              <a:latin typeface="Arial"/>
            </a:endParaRPr>
          </a:p>
          <a:p>
            <a:pPr>
              <a:lnSpc>
                <a:spcPct val="100000"/>
              </a:lnSpc>
              <a:buNone/>
            </a:pPr>
            <a:r>
              <a:rPr b="1" lang="en-US" sz="1400" spc="-1" strike="noStrike">
                <a:solidFill>
                  <a:srgbClr val="000000"/>
                </a:solidFill>
                <a:latin typeface="Calibri"/>
                <a:ea typeface="DejaVu Sans"/>
              </a:rPr>
              <a:t>K.VIJAY KUMAR    </a:t>
            </a:r>
            <a:r>
              <a:rPr b="1" lang="en-US" sz="1400" spc="-1" strike="noStrike">
                <a:solidFill>
                  <a:srgbClr val="000000"/>
                </a:solidFill>
                <a:latin typeface="Calibri"/>
                <a:ea typeface="DejaVu Sans"/>
              </a:rPr>
              <a:t>	</a:t>
            </a:r>
            <a:r>
              <a:rPr b="1" lang="en-US" sz="1400" spc="-1" strike="noStrike">
                <a:solidFill>
                  <a:srgbClr val="000000"/>
                </a:solidFill>
                <a:latin typeface="Calibri"/>
                <a:ea typeface="DejaVu Sans"/>
              </a:rPr>
              <a:t>   - B201557</a:t>
            </a:r>
            <a:endParaRPr b="0" lang="en-IN" sz="1400" spc="-1" strike="noStrike">
              <a:latin typeface="Arial"/>
            </a:endParaRPr>
          </a:p>
          <a:p>
            <a:pPr>
              <a:lnSpc>
                <a:spcPct val="100000"/>
              </a:lnSpc>
              <a:buNone/>
            </a:pPr>
            <a:r>
              <a:rPr b="1" lang="en-US" sz="1400" spc="-1" strike="noStrike">
                <a:solidFill>
                  <a:srgbClr val="000000"/>
                </a:solidFill>
                <a:latin typeface="Calibri"/>
                <a:ea typeface="DejaVu Sans"/>
              </a:rPr>
              <a:t>P.PRANAY KUMAR    - B201140</a:t>
            </a:r>
            <a:endParaRPr b="0" lang="en-IN" sz="1400" spc="-1" strike="noStrike">
              <a:latin typeface="Arial"/>
            </a:endParaRPr>
          </a:p>
          <a:p>
            <a:pPr>
              <a:lnSpc>
                <a:spcPct val="100000"/>
              </a:lnSpc>
              <a:buNone/>
            </a:pPr>
            <a:r>
              <a:rPr b="1" lang="en-US" sz="1400" spc="-1" strike="noStrike">
                <a:solidFill>
                  <a:srgbClr val="000000"/>
                </a:solidFill>
                <a:latin typeface="Calibri"/>
                <a:ea typeface="DejaVu Sans"/>
              </a:rPr>
              <a:t>K.NARESH </a:t>
            </a:r>
            <a:r>
              <a:rPr b="1" lang="en-US" sz="1400" spc="-1" strike="noStrike">
                <a:solidFill>
                  <a:srgbClr val="000000"/>
                </a:solidFill>
                <a:latin typeface="Calibri"/>
                <a:ea typeface="DejaVu Sans"/>
              </a:rPr>
              <a:t>	</a:t>
            </a:r>
            <a:r>
              <a:rPr b="1" lang="en-US" sz="1400" spc="-1" strike="noStrike">
                <a:solidFill>
                  <a:srgbClr val="000000"/>
                </a:solidFill>
                <a:latin typeface="Calibri"/>
                <a:ea typeface="DejaVu Sans"/>
              </a:rPr>
              <a:t>   - B200951</a:t>
            </a:r>
            <a:endParaRPr b="0" lang="en-IN" sz="1400" spc="-1" strike="noStrike">
              <a:latin typeface="Arial"/>
            </a:endParaRPr>
          </a:p>
        </p:txBody>
      </p:sp>
      <p:sp>
        <p:nvSpPr>
          <p:cNvPr id="230" name="TextBox 14"/>
          <p:cNvSpPr/>
          <p:nvPr/>
        </p:nvSpPr>
        <p:spPr>
          <a:xfrm>
            <a:off x="8076960" y="3658680"/>
            <a:ext cx="2790360" cy="5158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buNone/>
            </a:pPr>
            <a:r>
              <a:rPr b="1" lang="en-US" sz="1400" spc="-1" strike="noStrike">
                <a:solidFill>
                  <a:srgbClr val="000000"/>
                </a:solidFill>
                <a:latin typeface="Calibri"/>
                <a:ea typeface="DejaVu Sans"/>
              </a:rPr>
              <a:t>GUIDED BY :</a:t>
            </a:r>
            <a:endParaRPr b="0" lang="en-IN" sz="1400" spc="-1" strike="noStrike">
              <a:latin typeface="Arial"/>
            </a:endParaRPr>
          </a:p>
          <a:p>
            <a:pPr>
              <a:lnSpc>
                <a:spcPct val="100000"/>
              </a:lnSpc>
              <a:buNone/>
            </a:pPr>
            <a:r>
              <a:rPr b="1" lang="en-US" sz="1400" spc="-1" strike="noStrike">
                <a:solidFill>
                  <a:srgbClr val="000000"/>
                </a:solidFill>
                <a:latin typeface="Calibri"/>
                <a:ea typeface="DejaVu Sans"/>
              </a:rPr>
              <a:t>MR G.RANJITH KUMAR SIR</a:t>
            </a:r>
            <a:endParaRPr b="0" lang="en-IN" sz="14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1097280" y="286560"/>
            <a:ext cx="10054080" cy="1446480"/>
          </a:xfrm>
          <a:prstGeom prst="rect">
            <a:avLst/>
          </a:prstGeom>
          <a:noFill/>
          <a:ln w="0">
            <a:noFill/>
          </a:ln>
        </p:spPr>
        <p:txBody>
          <a:bodyPr lIns="90000" rIns="90000" tIns="45000" bIns="45000" anchor="b">
            <a:normAutofit/>
          </a:bodyPr>
          <a:p>
            <a:pPr>
              <a:lnSpc>
                <a:spcPct val="85000"/>
              </a:lnSpc>
              <a:buNone/>
            </a:pPr>
            <a:r>
              <a:rPr b="1" lang="en-US" sz="4800" spc="-52" strike="noStrike">
                <a:solidFill>
                  <a:srgbClr val="ab620d"/>
                </a:solidFill>
                <a:latin typeface="Calibri Light"/>
              </a:rPr>
              <a:t>Problem Statement :</a:t>
            </a:r>
            <a:endParaRPr b="0" lang="en-IN" sz="4800" spc="-1" strike="noStrike">
              <a:latin typeface="Arial"/>
            </a:endParaRPr>
          </a:p>
        </p:txBody>
      </p:sp>
      <p:sp>
        <p:nvSpPr>
          <p:cNvPr id="232" name="PlaceHolder 2"/>
          <p:cNvSpPr>
            <a:spLocks noGrp="1"/>
          </p:cNvSpPr>
          <p:nvPr>
            <p:ph/>
          </p:nvPr>
        </p:nvSpPr>
        <p:spPr>
          <a:xfrm>
            <a:off x="733680" y="1800000"/>
            <a:ext cx="10244880" cy="3701160"/>
          </a:xfrm>
          <a:prstGeom prst="rect">
            <a:avLst/>
          </a:prstGeom>
          <a:noFill/>
          <a:ln w="0">
            <a:noFill/>
          </a:ln>
        </p:spPr>
        <p:txBody>
          <a:bodyPr lIns="0" rIns="0" tIns="45000" bIns="45000" anchor="t">
            <a:noAutofit/>
          </a:bodyPr>
          <a:p>
            <a:pPr>
              <a:lnSpc>
                <a:spcPct val="85000"/>
              </a:lnSpc>
              <a:spcAft>
                <a:spcPts val="201"/>
              </a:spcAft>
              <a:buNone/>
              <a:tabLst>
                <a:tab algn="l" pos="0"/>
              </a:tabLst>
            </a:pPr>
            <a:r>
              <a:rPr b="1" lang="en-US" sz="2400" spc="-52" strike="noStrike">
                <a:solidFill>
                  <a:srgbClr val="ab620d"/>
                </a:solidFill>
                <a:latin typeface="Calibri Light"/>
              </a:rPr>
              <a:t>Users struggle to find personalized and organized news from multiple sources. A centralized app is needed to aggregate real-time news, filter it by user preferences, and deliver a seamless, clutter-free reading experience..</a:t>
            </a:r>
            <a:endParaRPr b="0" lang="en-IN" sz="2400" spc="-1" strike="noStrike">
              <a:latin typeface="Arial"/>
            </a:endParaRPr>
          </a:p>
          <a:p>
            <a:pPr>
              <a:lnSpc>
                <a:spcPct val="85000"/>
              </a:lnSpc>
              <a:spcAft>
                <a:spcPts val="201"/>
              </a:spcAft>
              <a:buNone/>
              <a:tabLst>
                <a:tab algn="l" pos="0"/>
              </a:tabLst>
            </a:pPr>
            <a:endParaRPr b="0" lang="en-IN" sz="2400" spc="-1" strike="noStrike">
              <a:latin typeface="Arial"/>
            </a:endParaRPr>
          </a:p>
          <a:p>
            <a:pPr>
              <a:lnSpc>
                <a:spcPct val="85000"/>
              </a:lnSpc>
              <a:spcAft>
                <a:spcPts val="201"/>
              </a:spcAft>
              <a:buNone/>
              <a:tabLst>
                <a:tab algn="l" pos="0"/>
              </a:tabLst>
            </a:pPr>
            <a:endParaRPr b="0" lang="en-IN" sz="2400" spc="-1" strike="noStrike">
              <a:latin typeface="Arial"/>
            </a:endParaRPr>
          </a:p>
          <a:p>
            <a:pPr>
              <a:lnSpc>
                <a:spcPct val="85000"/>
              </a:lnSpc>
              <a:spcAft>
                <a:spcPts val="201"/>
              </a:spcAft>
              <a:buNone/>
              <a:tabLst>
                <a:tab algn="l" pos="0"/>
              </a:tabLst>
            </a:pPr>
            <a:r>
              <a:rPr b="1" lang="en-US" sz="2400" spc="-52" strike="noStrike">
                <a:solidFill>
                  <a:srgbClr val="ab620d"/>
                </a:solidFill>
                <a:latin typeface="Calibri Light"/>
                <a:ea typeface="Noto Sans CJK SC"/>
              </a:rPr>
              <a:t>Objective : </a:t>
            </a:r>
            <a:r>
              <a:rPr b="0" lang="en-US" sz="2000" spc="-1" strike="noStrike">
                <a:solidFill>
                  <a:srgbClr val="404040"/>
                </a:solidFill>
                <a:latin typeface="Calibri"/>
                <a:ea typeface="Noto Sans CJK SC"/>
              </a:rPr>
              <a:t>To develop a user-friendly news app that aggregates real-time news from multiple sources, categorizes it intelligently, and delivers personalized content based on user interests and preferences.</a:t>
            </a:r>
            <a:r>
              <a:rPr b="0" lang="en-US" sz="1800" spc="-1" strike="noStrike">
                <a:solidFill>
                  <a:srgbClr val="000000"/>
                </a:solidFill>
                <a:latin typeface="Arial"/>
                <a:ea typeface="Noto Sans CJK SC"/>
              </a:rPr>
              <a:t>.</a:t>
            </a:r>
            <a:endParaRPr b="0" lang="en-IN" sz="1800" spc="-1" strike="noStrike">
              <a:latin typeface="Arial"/>
            </a:endParaRPr>
          </a:p>
          <a:p>
            <a:pPr>
              <a:lnSpc>
                <a:spcPct val="85000"/>
              </a:lnSpc>
              <a:spcAft>
                <a:spcPts val="201"/>
              </a:spcAft>
              <a:buNone/>
              <a:tabLst>
                <a:tab algn="l" pos="0"/>
              </a:tabLst>
            </a:pPr>
            <a:endParaRPr b="0" lang="en-IN" sz="2400" spc="-1" strike="noStrike">
              <a:latin typeface="Arial"/>
            </a:endParaRPr>
          </a:p>
          <a:p>
            <a:pPr>
              <a:lnSpc>
                <a:spcPct val="90000"/>
              </a:lnSpc>
              <a:spcBef>
                <a:spcPts val="1199"/>
              </a:spcBef>
              <a:spcAft>
                <a:spcPts val="201"/>
              </a:spcAft>
              <a:buNone/>
              <a:tabLst>
                <a:tab algn="l" pos="0"/>
              </a:tabLst>
            </a:pPr>
            <a:r>
              <a:rPr b="0" lang="en-US" sz="2000" spc="-1" strike="noStrike">
                <a:solidFill>
                  <a:srgbClr val="404040"/>
                </a:solidFill>
                <a:latin typeface="Calibri"/>
                <a:ea typeface="Noto Sans CJK SC"/>
              </a:rPr>
              <a:t>The app should ensure  easy navigation, and effective management to provide a goo experience.</a:t>
            </a:r>
            <a:endParaRPr b="0" lang="en-IN" sz="20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1037520" y="676080"/>
            <a:ext cx="7931160" cy="1068840"/>
          </a:xfrm>
          <a:prstGeom prst="rect">
            <a:avLst/>
          </a:prstGeom>
          <a:noFill/>
          <a:ln w="0">
            <a:noFill/>
          </a:ln>
        </p:spPr>
        <p:txBody>
          <a:bodyPr lIns="0" rIns="0" tIns="0" bIns="0" anchor="b">
            <a:normAutofit/>
          </a:bodyPr>
          <a:p>
            <a:pPr>
              <a:lnSpc>
                <a:spcPct val="85000"/>
              </a:lnSpc>
              <a:buNone/>
            </a:pPr>
            <a:r>
              <a:rPr b="1" lang="en-US" sz="4800" spc="-52" strike="noStrike">
                <a:solidFill>
                  <a:srgbClr val="000000"/>
                </a:solidFill>
                <a:latin typeface="Calibri Light"/>
              </a:rPr>
              <a:t>INDEX </a:t>
            </a:r>
            <a:r>
              <a:rPr b="1" lang="en-US" sz="4800" spc="-52" strike="noStrike">
                <a:solidFill>
                  <a:srgbClr val="000000"/>
                </a:solidFill>
                <a:latin typeface="Calibri Light"/>
              </a:rPr>
              <a:t>: </a:t>
            </a:r>
            <a:endParaRPr b="0" lang="en-IN" sz="4800" spc="-1" strike="noStrike">
              <a:latin typeface="Arial"/>
            </a:endParaRPr>
          </a:p>
        </p:txBody>
      </p:sp>
      <p:sp>
        <p:nvSpPr>
          <p:cNvPr id="234" name="PlaceHolder 2"/>
          <p:cNvSpPr>
            <a:spLocks noGrp="1"/>
          </p:cNvSpPr>
          <p:nvPr>
            <p:ph/>
          </p:nvPr>
        </p:nvSpPr>
        <p:spPr>
          <a:xfrm>
            <a:off x="1080000" y="1953360"/>
            <a:ext cx="4933440" cy="3262680"/>
          </a:xfrm>
          <a:prstGeom prst="rect">
            <a:avLst/>
          </a:prstGeom>
          <a:noFill/>
          <a:ln w="0">
            <a:noFill/>
          </a:ln>
        </p:spPr>
        <p:txBody>
          <a:bodyPr lIns="0" rIns="0" tIns="0" bIns="0" anchor="t">
            <a:noAutofit/>
          </a:bodyPr>
          <a:p>
            <a:pPr>
              <a:lnSpc>
                <a:spcPct val="85000"/>
              </a:lnSpc>
              <a:spcAft>
                <a:spcPts val="201"/>
              </a:spcAft>
              <a:buNone/>
            </a:pPr>
            <a:endParaRPr b="0" lang="en-IN" sz="4000" spc="-1" strike="noStrike">
              <a:latin typeface="Arial"/>
            </a:endParaRPr>
          </a:p>
          <a:p>
            <a:pPr marL="91440" indent="-91440">
              <a:lnSpc>
                <a:spcPct val="85000"/>
              </a:lnSpc>
              <a:spcAft>
                <a:spcPts val="201"/>
              </a:spcAft>
              <a:buClr>
                <a:srgbClr val="e48312"/>
              </a:buClr>
              <a:buFont typeface="Wingdings" charset="2"/>
              <a:buChar char=""/>
            </a:pPr>
            <a:r>
              <a:rPr b="1" lang="en-US" sz="4000" spc="-52" strike="noStrike">
                <a:solidFill>
                  <a:srgbClr val="ab620d"/>
                </a:solidFill>
                <a:latin typeface="Calibri Light"/>
              </a:rPr>
              <a:t>Description</a:t>
            </a:r>
            <a:endParaRPr b="0" lang="en-IN" sz="4000" spc="-1" strike="noStrike">
              <a:latin typeface="Arial"/>
            </a:endParaRPr>
          </a:p>
          <a:p>
            <a:pPr>
              <a:lnSpc>
                <a:spcPct val="85000"/>
              </a:lnSpc>
              <a:spcAft>
                <a:spcPts val="201"/>
              </a:spcAft>
              <a:buNone/>
            </a:pPr>
            <a:endParaRPr b="0" lang="en-IN" sz="4000" spc="-1" strike="noStrike">
              <a:latin typeface="Arial"/>
            </a:endParaRPr>
          </a:p>
          <a:p>
            <a:pPr marL="91440" indent="-91440">
              <a:lnSpc>
                <a:spcPct val="85000"/>
              </a:lnSpc>
              <a:spcAft>
                <a:spcPts val="201"/>
              </a:spcAft>
              <a:buClr>
                <a:srgbClr val="e48312"/>
              </a:buClr>
              <a:buFont typeface="Wingdings" charset="2"/>
              <a:buChar char=""/>
            </a:pPr>
            <a:r>
              <a:rPr b="1" lang="en-US" sz="4000" spc="-52" strike="noStrike">
                <a:solidFill>
                  <a:srgbClr val="ab620d"/>
                </a:solidFill>
                <a:latin typeface="Calibri Light"/>
              </a:rPr>
              <a:t>Technologies          Used</a:t>
            </a:r>
            <a:endParaRPr b="0" lang="en-IN" sz="4000" spc="-1" strike="noStrike">
              <a:latin typeface="Arial"/>
            </a:endParaRPr>
          </a:p>
          <a:p>
            <a:pPr>
              <a:lnSpc>
                <a:spcPct val="90000"/>
              </a:lnSpc>
              <a:spcBef>
                <a:spcPts val="1199"/>
              </a:spcBef>
              <a:spcAft>
                <a:spcPts val="201"/>
              </a:spcAft>
              <a:buNone/>
            </a:pPr>
            <a:endParaRPr b="0" lang="en-IN" sz="2000" spc="-1" strike="noStrike">
              <a:latin typeface="Arial"/>
            </a:endParaRPr>
          </a:p>
        </p:txBody>
      </p:sp>
      <p:sp>
        <p:nvSpPr>
          <p:cNvPr id="235" name="PlaceHolder 3"/>
          <p:cNvSpPr>
            <a:spLocks noGrp="1"/>
          </p:cNvSpPr>
          <p:nvPr>
            <p:ph/>
          </p:nvPr>
        </p:nvSpPr>
        <p:spPr>
          <a:xfrm>
            <a:off x="5502600" y="2520000"/>
            <a:ext cx="4933440" cy="3366000"/>
          </a:xfrm>
          <a:prstGeom prst="rect">
            <a:avLst/>
          </a:prstGeom>
          <a:noFill/>
          <a:ln w="0">
            <a:noFill/>
          </a:ln>
        </p:spPr>
        <p:txBody>
          <a:bodyPr lIns="0" rIns="0" tIns="0" bIns="0" anchor="t">
            <a:noAutofit/>
          </a:bodyPr>
          <a:p>
            <a:pPr marL="91440" indent="-91440">
              <a:lnSpc>
                <a:spcPct val="85000"/>
              </a:lnSpc>
              <a:spcAft>
                <a:spcPts val="201"/>
              </a:spcAft>
              <a:buClr>
                <a:srgbClr val="e48312"/>
              </a:buClr>
              <a:buFont typeface="Wingdings" charset="2"/>
              <a:buChar char=""/>
            </a:pPr>
            <a:r>
              <a:rPr b="1" lang="en-US" sz="4000" spc="-52" strike="noStrike">
                <a:solidFill>
                  <a:srgbClr val="ab620d"/>
                </a:solidFill>
                <a:latin typeface="Calibri Light"/>
              </a:rPr>
              <a:t>Flowchart</a:t>
            </a:r>
            <a:endParaRPr b="0" lang="en-IN" sz="4000" spc="-1" strike="noStrike">
              <a:latin typeface="Arial"/>
            </a:endParaRPr>
          </a:p>
          <a:p>
            <a:pPr>
              <a:lnSpc>
                <a:spcPct val="85000"/>
              </a:lnSpc>
              <a:spcAft>
                <a:spcPts val="201"/>
              </a:spcAft>
              <a:buNone/>
            </a:pPr>
            <a:endParaRPr b="0" lang="en-IN" sz="4000" spc="-1" strike="noStrike">
              <a:latin typeface="Arial"/>
            </a:endParaRPr>
          </a:p>
          <a:p>
            <a:pPr marL="91440" indent="-91440">
              <a:lnSpc>
                <a:spcPct val="85000"/>
              </a:lnSpc>
              <a:spcAft>
                <a:spcPts val="201"/>
              </a:spcAft>
              <a:buClr>
                <a:srgbClr val="e48312"/>
              </a:buClr>
              <a:buFont typeface="Wingdings" charset="2"/>
              <a:buChar char=""/>
            </a:pPr>
            <a:r>
              <a:rPr b="1" lang="en-US" sz="4000" spc="-52" strike="noStrike">
                <a:solidFill>
                  <a:srgbClr val="ab620d"/>
                </a:solidFill>
                <a:latin typeface="Calibri Light"/>
              </a:rPr>
              <a:t>Conclusion</a:t>
            </a:r>
            <a:endParaRPr b="0" lang="en-IN" sz="4000" spc="-1" strike="noStrike">
              <a:latin typeface="Arial"/>
            </a:endParaRPr>
          </a:p>
          <a:p>
            <a:pPr>
              <a:lnSpc>
                <a:spcPct val="90000"/>
              </a:lnSpc>
              <a:spcBef>
                <a:spcPts val="1199"/>
              </a:spcBef>
              <a:spcAft>
                <a:spcPts val="201"/>
              </a:spcAft>
              <a:buNone/>
            </a:pPr>
            <a:endParaRPr b="0" lang="en-IN" sz="2000" spc="-1" strike="noStrike">
              <a:latin typeface="Arial"/>
            </a:endParaRPr>
          </a:p>
          <a:p>
            <a:pPr>
              <a:lnSpc>
                <a:spcPct val="90000"/>
              </a:lnSpc>
              <a:spcBef>
                <a:spcPts val="1199"/>
              </a:spcBef>
              <a:spcAft>
                <a:spcPts val="201"/>
              </a:spcAft>
              <a:buNone/>
            </a:pPr>
            <a:endParaRPr b="0" lang="en-IN" sz="20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p:nvPr>
        </p:nvSpPr>
        <p:spPr>
          <a:xfrm>
            <a:off x="1097280" y="423000"/>
            <a:ext cx="10054080" cy="1073880"/>
          </a:xfrm>
          <a:prstGeom prst="rect">
            <a:avLst/>
          </a:prstGeom>
          <a:noFill/>
          <a:ln w="0">
            <a:noFill/>
          </a:ln>
        </p:spPr>
        <p:txBody>
          <a:bodyPr lIns="90000" rIns="90000" tIns="45000" bIns="45000" anchor="b">
            <a:normAutofit/>
          </a:bodyPr>
          <a:p>
            <a:pPr>
              <a:lnSpc>
                <a:spcPct val="85000"/>
              </a:lnSpc>
              <a:buNone/>
            </a:pPr>
            <a:r>
              <a:rPr b="1" lang="en-US" sz="4800" spc="-52" strike="noStrike">
                <a:solidFill>
                  <a:srgbClr val="ab620d"/>
                </a:solidFill>
                <a:latin typeface="Calibri Light"/>
              </a:rPr>
              <a:t>Description</a:t>
            </a:r>
            <a:endParaRPr b="0" lang="en-IN" sz="4800" spc="-1" strike="noStrike">
              <a:latin typeface="Arial"/>
            </a:endParaRPr>
          </a:p>
        </p:txBody>
      </p:sp>
      <p:sp>
        <p:nvSpPr>
          <p:cNvPr id="237" name="PlaceHolder 2"/>
          <p:cNvSpPr>
            <a:spLocks noGrp="1"/>
          </p:cNvSpPr>
          <p:nvPr>
            <p:ph/>
          </p:nvPr>
        </p:nvSpPr>
        <p:spPr>
          <a:xfrm>
            <a:off x="1097280" y="1845720"/>
            <a:ext cx="10054080" cy="4019040"/>
          </a:xfrm>
          <a:prstGeom prst="rect">
            <a:avLst/>
          </a:prstGeom>
          <a:noFill/>
          <a:ln w="0">
            <a:noFill/>
          </a:ln>
        </p:spPr>
        <p:txBody>
          <a:bodyPr lIns="0" rIns="0" tIns="45000" bIns="45000" anchor="t">
            <a:normAutofit/>
          </a:bodyPr>
          <a:p>
            <a:pPr>
              <a:lnSpc>
                <a:spcPct val="90000"/>
              </a:lnSpc>
              <a:spcBef>
                <a:spcPts val="1199"/>
              </a:spcBef>
              <a:spcAft>
                <a:spcPts val="201"/>
              </a:spcAft>
              <a:buNone/>
            </a:pPr>
            <a:r>
              <a:rPr b="0" lang="en-US" sz="2400" spc="-1" strike="noStrike">
                <a:solidFill>
                  <a:srgbClr val="404040"/>
                </a:solidFill>
                <a:latin typeface="Calibri"/>
              </a:rPr>
              <a:t>The News App is an all-in-one digital platform that curates and delivers the latest news from multiple trusted sources, ensuring users have access to accurate and up-to-date information. It leverages intelligent algorithms to categorize articles into sections such as politics, business, health, science, sports, and entertainment.</a:t>
            </a:r>
            <a:endParaRPr b="0" lang="en-IN" sz="2400" spc="-1" strike="noStrike">
              <a:latin typeface="Arial"/>
            </a:endParaRPr>
          </a:p>
          <a:p>
            <a:pPr>
              <a:lnSpc>
                <a:spcPct val="90000"/>
              </a:lnSpc>
              <a:spcBef>
                <a:spcPts val="1199"/>
              </a:spcBef>
              <a:spcAft>
                <a:spcPts val="201"/>
              </a:spcAft>
              <a:buNone/>
            </a:pPr>
            <a:endParaRPr b="0" lang="en-IN" sz="2400" spc="-1" strike="noStrike">
              <a:latin typeface="Arial"/>
            </a:endParaRPr>
          </a:p>
          <a:p>
            <a:pPr marL="91440" indent="-91440">
              <a:lnSpc>
                <a:spcPct val="90000"/>
              </a:lnSpc>
              <a:spcBef>
                <a:spcPts val="1199"/>
              </a:spcBef>
              <a:spcAft>
                <a:spcPts val="201"/>
              </a:spcAft>
              <a:buClr>
                <a:srgbClr val="e48312"/>
              </a:buClr>
              <a:buFont typeface="Calibri"/>
              <a:buChar char=" "/>
            </a:pPr>
            <a:r>
              <a:rPr b="0" lang="en-US" sz="2400" spc="-1" strike="noStrike">
                <a:solidFill>
                  <a:srgbClr val="404040"/>
                </a:solidFill>
                <a:latin typeface="Calibri"/>
              </a:rPr>
              <a:t>.</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Rectangle 1"/>
          <p:cNvSpPr/>
          <p:nvPr/>
        </p:nvSpPr>
        <p:spPr>
          <a:xfrm>
            <a:off x="520200" y="138600"/>
            <a:ext cx="10995840" cy="5941080"/>
          </a:xfrm>
          <a:prstGeom prst="rect">
            <a:avLst/>
          </a:prstGeom>
          <a:noFill/>
          <a:ln w="0">
            <a:noFill/>
          </a:ln>
        </p:spPr>
        <p:style>
          <a:lnRef idx="0"/>
          <a:fillRef idx="0"/>
          <a:effectRef idx="0"/>
          <a:fontRef idx="minor"/>
        </p:style>
        <p:txBody>
          <a:bodyPr numCol="1" spcCol="0" lIns="90000" rIns="90000" tIns="45000" bIns="45000" anchor="ctr">
            <a:spAutoFit/>
          </a:bodyPr>
          <a:p>
            <a:pPr>
              <a:lnSpc>
                <a:spcPct val="100000"/>
              </a:lnSpc>
              <a:buNone/>
              <a:tabLst>
                <a:tab algn="l" pos="0"/>
              </a:tabLst>
            </a:pPr>
            <a:endParaRPr b="0" lang="en-IN" sz="1800" spc="-1" strike="noStrike">
              <a:latin typeface="Arial"/>
            </a:endParaRPr>
          </a:p>
          <a:p>
            <a:pPr>
              <a:lnSpc>
                <a:spcPct val="100000"/>
              </a:lnSpc>
              <a:buNone/>
              <a:tabLst>
                <a:tab algn="l" pos="0"/>
              </a:tabLst>
            </a:pPr>
            <a:r>
              <a:rPr b="1" lang="en-US" sz="2800" spc="-52" strike="noStrike" u="sng">
                <a:solidFill>
                  <a:srgbClr val="ab620d"/>
                </a:solidFill>
                <a:uFillTx/>
                <a:latin typeface="Calibri Light"/>
                <a:ea typeface="DejaVu Sans"/>
              </a:rPr>
              <a:t>What is API’s?</a:t>
            </a:r>
            <a:r>
              <a:rPr b="0" lang="en-US" sz="2400" spc="-1" strike="noStrike">
                <a:solidFill>
                  <a:srgbClr val="404040"/>
                </a:solidFill>
                <a:latin typeface="Calibri"/>
                <a:ea typeface="DejaVu Sans"/>
              </a:rPr>
              <a:t>:  An API, or Application Programming Interface, is a set of rules that allows different software applications to communicate with each other. In the context of news apps, APIs enable the retrieval of news articles and data from various sources seamlessl </a:t>
            </a:r>
            <a:r>
              <a:rPr b="0" lang="en-US" sz="1800" spc="-1" strike="noStrike">
                <a:solidFill>
                  <a:srgbClr val="000000"/>
                </a:solidFill>
                <a:latin typeface="Arial"/>
                <a:ea typeface="DejaVu Sans"/>
              </a:rPr>
              <a:t>. </a:t>
            </a:r>
            <a:r>
              <a:rPr b="0" lang="en-US" sz="2400" spc="-1" strike="noStrike">
                <a:solidFill>
                  <a:srgbClr val="404040"/>
                </a:solidFill>
                <a:latin typeface="Calibri"/>
                <a:ea typeface="DejaVu Sans"/>
              </a:rPr>
              <a:t> </a:t>
            </a:r>
            <a:endParaRPr b="0" lang="en-IN" sz="2400" spc="-1" strike="noStrike">
              <a:latin typeface="Arial"/>
            </a:endParaRPr>
          </a:p>
          <a:p>
            <a:pPr>
              <a:lnSpc>
                <a:spcPct val="100000"/>
              </a:lnSpc>
              <a:buNone/>
              <a:tabLst>
                <a:tab algn="l" pos="0"/>
              </a:tabLst>
            </a:pPr>
            <a:r>
              <a:rPr b="1" lang="en-US" sz="2800" spc="-52" strike="noStrike" u="sng">
                <a:solidFill>
                  <a:srgbClr val="ab620d"/>
                </a:solidFill>
                <a:uFillTx/>
                <a:latin typeface="Calibri Light"/>
                <a:ea typeface="DejaVu Sans"/>
              </a:rPr>
              <a:t>Importance of API Keys in News Apps</a:t>
            </a:r>
            <a:r>
              <a:rPr b="0" lang="en-US" sz="1800" spc="-1" strike="noStrike">
                <a:solidFill>
                  <a:srgbClr val="000000"/>
                </a:solidFill>
                <a:latin typeface="Arial"/>
                <a:ea typeface="DejaVu Sans"/>
              </a:rPr>
              <a:t>: </a:t>
            </a:r>
            <a:r>
              <a:rPr b="0" lang="en-US" sz="2400" spc="-1" strike="noStrike">
                <a:solidFill>
                  <a:srgbClr val="404040"/>
                </a:solidFill>
                <a:latin typeface="Calibri"/>
                <a:ea typeface="DejaVu Sans"/>
              </a:rPr>
              <a:t>API keys are essential for authenticating requests made to APIs, ensuring that only authorized users can access the data. They help maintain security and track usage, which is crucial for news apps that rely on third-party content . </a:t>
            </a:r>
            <a:endParaRPr b="0" lang="en-IN" sz="2400" spc="-1" strike="noStrike">
              <a:latin typeface="Arial"/>
            </a:endParaRPr>
          </a:p>
          <a:p>
            <a:pPr>
              <a:lnSpc>
                <a:spcPct val="100000"/>
              </a:lnSpc>
              <a:buNone/>
              <a:tabLst>
                <a:tab algn="l" pos="0"/>
              </a:tabLst>
            </a:pPr>
            <a:r>
              <a:rPr b="1" lang="en-US" sz="2800" spc="-52" strike="noStrike" u="sng">
                <a:solidFill>
                  <a:srgbClr val="ab620d"/>
                </a:solidFill>
                <a:uFillTx/>
                <a:latin typeface="Calibri Light"/>
                <a:ea typeface="DejaVu Sans"/>
              </a:rPr>
              <a:t>Overview of Popular News API’s : </a:t>
            </a:r>
            <a:r>
              <a:rPr b="0" lang="en-US" sz="2400" spc="-1" strike="noStrike">
                <a:solidFill>
                  <a:srgbClr val="404040"/>
                </a:solidFill>
                <a:latin typeface="Calibri"/>
                <a:ea typeface="DejaVu Sans"/>
              </a:rPr>
              <a:t>There are several popular news APIs available, such as NewsAPI, GNews, and Currents, each offering unique features and data sources. These APIs allow developers to integrate news content into their applications easily and efficiently.</a:t>
            </a:r>
            <a:endParaRPr b="0" lang="en-IN" sz="2400" spc="-1" strike="noStrike">
              <a:latin typeface="Arial"/>
            </a:endParaRPr>
          </a:p>
          <a:p>
            <a:pPr>
              <a:lnSpc>
                <a:spcPct val="100000"/>
              </a:lnSpc>
              <a:buNone/>
              <a:tabLst>
                <a:tab algn="l" pos="0"/>
              </a:tabLst>
            </a:pPr>
            <a:r>
              <a:rPr b="0" lang="en-US" sz="1800" spc="-1" strike="noStrike">
                <a:solidFill>
                  <a:srgbClr val="000000"/>
                </a:solidFill>
                <a:latin typeface="Arial"/>
                <a:ea typeface="DejaVu Sans"/>
              </a:rPr>
              <a:t> </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p:nvPr>
        </p:nvSpPr>
        <p:spPr>
          <a:xfrm>
            <a:off x="522720" y="-360000"/>
            <a:ext cx="11173320" cy="6810840"/>
          </a:xfrm>
          <a:prstGeom prst="rect">
            <a:avLst/>
          </a:prstGeom>
          <a:noFill/>
          <a:ln w="0">
            <a:noFill/>
          </a:ln>
        </p:spPr>
        <p:txBody>
          <a:bodyPr numCol="1" spcCol="0" lIns="0" rIns="0" tIns="0" bIns="0" anchor="ctr">
            <a:noAutofit/>
          </a:bodyPr>
          <a:p>
            <a:pPr>
              <a:lnSpc>
                <a:spcPct val="100000"/>
              </a:lnSpc>
              <a:buNone/>
              <a:tabLst>
                <a:tab algn="l" pos="0"/>
              </a:tabLst>
            </a:pPr>
            <a:endParaRPr b="0" lang="en-IN" sz="1800" spc="-1" strike="noStrike">
              <a:latin typeface="Arial"/>
            </a:endParaRPr>
          </a:p>
          <a:p>
            <a:pPr>
              <a:lnSpc>
                <a:spcPct val="100000"/>
              </a:lnSpc>
              <a:buNone/>
              <a:tabLst>
                <a:tab algn="l" pos="0"/>
              </a:tabLst>
            </a:pPr>
            <a:r>
              <a:rPr b="1" lang="en-US" sz="2800" spc="-52" strike="noStrike" u="sng">
                <a:solidFill>
                  <a:srgbClr val="ab620d"/>
                </a:solidFill>
                <a:uFillTx/>
                <a:latin typeface="Calibri Light"/>
              </a:rPr>
              <a:t>*How to Integrate APIs into a News App ?: </a:t>
            </a:r>
            <a:r>
              <a:rPr b="0" lang="en-US" sz="2400" spc="-1" strike="noStrike">
                <a:solidFill>
                  <a:srgbClr val="404040"/>
                </a:solidFill>
                <a:latin typeface="Calibri"/>
              </a:rPr>
              <a:t> Integrating APIs into a news app allows developers to fetch real-time news articles and updates from various sources. By utilizing RESTful APIs, developers can streamline the process of displaying news content dynamically within the app.</a:t>
            </a:r>
            <a:endParaRPr b="0" lang="en-IN" sz="2400" spc="-1" strike="noStrike">
              <a:latin typeface="Arial"/>
            </a:endParaRPr>
          </a:p>
          <a:p>
            <a:pPr>
              <a:lnSpc>
                <a:spcPct val="100000"/>
              </a:lnSpc>
              <a:buNone/>
              <a:tabLst>
                <a:tab algn="l" pos="0"/>
              </a:tabLst>
            </a:pPr>
            <a:endParaRPr b="0" lang="en-IN" sz="2400" spc="-1" strike="noStrike">
              <a:latin typeface="Arial"/>
            </a:endParaRPr>
          </a:p>
          <a:p>
            <a:pPr>
              <a:lnSpc>
                <a:spcPct val="90000"/>
              </a:lnSpc>
              <a:spcBef>
                <a:spcPts val="1199"/>
              </a:spcBef>
              <a:spcAft>
                <a:spcPts val="201"/>
              </a:spcAft>
              <a:buNone/>
              <a:tabLst>
                <a:tab algn="l" pos="0"/>
              </a:tabLst>
            </a:pPr>
            <a:r>
              <a:rPr b="1" lang="en-US" sz="2800" spc="-52" strike="noStrike" u="sng">
                <a:solidFill>
                  <a:srgbClr val="ab620d"/>
                </a:solidFill>
                <a:uFillTx/>
                <a:latin typeface="Calibri Light"/>
              </a:rPr>
              <a:t>*Challenges and Solutions in API Integration : </a:t>
            </a:r>
            <a:r>
              <a:rPr b="0" lang="en-US" sz="2400" spc="-1" strike="noStrike">
                <a:solidFill>
                  <a:srgbClr val="404040"/>
                </a:solidFill>
                <a:latin typeface="Calibri"/>
              </a:rPr>
              <a:t>API integration can present challenges such as data inconsistency and latency issues. To overcome these, developers can implement caching strategies and error handling mechanisms to enhance the user experience in news apps. </a:t>
            </a:r>
            <a:endParaRPr b="0" lang="en-IN" sz="2400" spc="-1" strike="noStrike">
              <a:latin typeface="Arial"/>
            </a:endParaRPr>
          </a:p>
          <a:p>
            <a:pPr>
              <a:lnSpc>
                <a:spcPct val="100000"/>
              </a:lnSpc>
              <a:buNone/>
              <a:tabLst>
                <a:tab algn="l" pos="0"/>
              </a:tabLst>
            </a:pPr>
            <a:endParaRPr b="0" lang="en-IN" sz="32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p:nvPr>
        </p:nvSpPr>
        <p:spPr>
          <a:xfrm>
            <a:off x="706680" y="-360000"/>
            <a:ext cx="11173320" cy="6810840"/>
          </a:xfrm>
          <a:prstGeom prst="rect">
            <a:avLst/>
          </a:prstGeom>
          <a:noFill/>
          <a:ln w="0">
            <a:noFill/>
          </a:ln>
        </p:spPr>
        <p:txBody>
          <a:bodyPr numCol="1" spcCol="0" lIns="0" rIns="0" tIns="0" bIns="0" anchor="ctr">
            <a:noAutofit/>
          </a:bodyPr>
          <a:p>
            <a:pPr>
              <a:lnSpc>
                <a:spcPct val="100000"/>
              </a:lnSpc>
              <a:buNone/>
              <a:tabLst>
                <a:tab algn="l" pos="0"/>
              </a:tabLst>
            </a:pPr>
            <a:r>
              <a:rPr b="1" lang="en-US" sz="2800" spc="-52" strike="noStrike" u="sng">
                <a:solidFill>
                  <a:srgbClr val="ab620d"/>
                </a:solidFill>
                <a:uFillTx/>
                <a:latin typeface="Calibri Light"/>
              </a:rPr>
              <a:t>*Features of NEWS APP:</a:t>
            </a:r>
            <a:endParaRPr b="0" lang="en-IN" sz="2800" spc="-1" strike="noStrike">
              <a:latin typeface="Arial"/>
            </a:endParaRPr>
          </a:p>
          <a:p>
            <a:pPr>
              <a:lnSpc>
                <a:spcPct val="100000"/>
              </a:lnSpc>
              <a:buNone/>
              <a:tabLst>
                <a:tab algn="l" pos="0"/>
              </a:tabLst>
            </a:pPr>
            <a:r>
              <a:rPr b="0" lang="en-US" sz="2400" spc="-1" strike="noStrike">
                <a:solidFill>
                  <a:srgbClr val="404040"/>
                </a:solidFill>
                <a:latin typeface="Calibri"/>
              </a:rPr>
              <a:t> </a:t>
            </a:r>
            <a:r>
              <a:rPr b="0" lang="en-US" sz="2400" spc="-1" strike="noStrike">
                <a:solidFill>
                  <a:srgbClr val="404040"/>
                </a:solidFill>
                <a:latin typeface="Calibri"/>
              </a:rPr>
              <a:t>*Real-time News Updates :-</a:t>
            </a:r>
            <a:endParaRPr b="0" lang="en-IN" sz="2400" spc="-1" strike="noStrike">
              <a:latin typeface="Arial"/>
            </a:endParaRPr>
          </a:p>
          <a:p>
            <a:pPr>
              <a:lnSpc>
                <a:spcPct val="100000"/>
              </a:lnSpc>
              <a:buNone/>
              <a:tabLst>
                <a:tab algn="l" pos="0"/>
              </a:tabLst>
            </a:pPr>
            <a:r>
              <a:rPr b="0" lang="en-US" sz="2400" spc="-1" strike="noStrike">
                <a:solidFill>
                  <a:srgbClr val="404040"/>
                </a:solidFill>
                <a:latin typeface="Calibri"/>
              </a:rPr>
              <a:t>     </a:t>
            </a:r>
            <a:r>
              <a:rPr b="0" lang="en-US" sz="2400" spc="-1" strike="noStrike">
                <a:solidFill>
                  <a:srgbClr val="404040"/>
                </a:solidFill>
                <a:latin typeface="Calibri"/>
              </a:rPr>
              <a:t>Get the latest news as it happens from multiple trusted sources.</a:t>
            </a:r>
            <a:endParaRPr b="0" lang="en-IN" sz="2400" spc="-1" strike="noStrike">
              <a:latin typeface="Arial"/>
            </a:endParaRPr>
          </a:p>
          <a:p>
            <a:pPr>
              <a:lnSpc>
                <a:spcPct val="100000"/>
              </a:lnSpc>
              <a:buNone/>
              <a:tabLst>
                <a:tab algn="l" pos="0"/>
              </a:tabLst>
            </a:pPr>
            <a:r>
              <a:rPr b="0" lang="en-US" sz="2400" spc="-1" strike="noStrike">
                <a:solidFill>
                  <a:srgbClr val="404040"/>
                </a:solidFill>
                <a:latin typeface="Calibri"/>
              </a:rPr>
              <a:t>*Personalized News Feed:-</a:t>
            </a:r>
            <a:endParaRPr b="0" lang="en-IN" sz="2400" spc="-1" strike="noStrike">
              <a:latin typeface="Arial"/>
            </a:endParaRPr>
          </a:p>
          <a:p>
            <a:pPr>
              <a:lnSpc>
                <a:spcPct val="100000"/>
              </a:lnSpc>
              <a:buNone/>
              <a:tabLst>
                <a:tab algn="l" pos="0"/>
              </a:tabLst>
            </a:pPr>
            <a:r>
              <a:rPr b="0" lang="en-US" sz="2400" spc="-1" strike="noStrike">
                <a:solidFill>
                  <a:srgbClr val="404040"/>
                </a:solidFill>
                <a:latin typeface="Calibri"/>
              </a:rPr>
              <a:t>     </a:t>
            </a:r>
            <a:r>
              <a:rPr b="0" lang="en-US" sz="2400" spc="-1" strike="noStrike">
                <a:solidFill>
                  <a:srgbClr val="404040"/>
                </a:solidFill>
                <a:latin typeface="Calibri"/>
              </a:rPr>
              <a:t>News tailored to user interests, selected categories, and regions.</a:t>
            </a:r>
            <a:endParaRPr b="0" lang="en-IN" sz="2400" spc="-1" strike="noStrike">
              <a:latin typeface="Arial"/>
            </a:endParaRPr>
          </a:p>
          <a:p>
            <a:pPr>
              <a:lnSpc>
                <a:spcPct val="100000"/>
              </a:lnSpc>
              <a:buNone/>
              <a:tabLst>
                <a:tab algn="l" pos="0"/>
              </a:tabLst>
            </a:pPr>
            <a:r>
              <a:rPr b="0" lang="en-US" sz="2400" spc="-1" strike="noStrike">
                <a:solidFill>
                  <a:srgbClr val="404040"/>
                </a:solidFill>
                <a:latin typeface="Calibri"/>
              </a:rPr>
              <a:t>*Category-wise Browsing:-</a:t>
            </a:r>
            <a:endParaRPr b="0" lang="en-IN" sz="2400" spc="-1" strike="noStrike">
              <a:latin typeface="Arial"/>
            </a:endParaRPr>
          </a:p>
          <a:p>
            <a:pPr>
              <a:lnSpc>
                <a:spcPct val="100000"/>
              </a:lnSpc>
              <a:buNone/>
              <a:tabLst>
                <a:tab algn="l" pos="0"/>
              </a:tabLst>
            </a:pPr>
            <a:r>
              <a:rPr b="0" lang="en-US" sz="2400" spc="-1" strike="noStrike">
                <a:solidFill>
                  <a:srgbClr val="404040"/>
                </a:solidFill>
                <a:latin typeface="Calibri"/>
              </a:rPr>
              <a:t>    </a:t>
            </a:r>
            <a:r>
              <a:rPr b="0" lang="en-US" sz="2400" spc="-1" strike="noStrike">
                <a:solidFill>
                  <a:srgbClr val="404040"/>
                </a:solidFill>
                <a:latin typeface="Calibri"/>
              </a:rPr>
              <a:t>Easily browse news by categories like Politics, Sports, Technology,            Entertainment, Health, etc.</a:t>
            </a:r>
            <a:endParaRPr b="0" lang="en-IN" sz="2400" spc="-1" strike="noStrike">
              <a:latin typeface="Arial"/>
            </a:endParaRPr>
          </a:p>
          <a:p>
            <a:pPr>
              <a:lnSpc>
                <a:spcPct val="100000"/>
              </a:lnSpc>
              <a:buNone/>
              <a:tabLst>
                <a:tab algn="l" pos="0"/>
              </a:tabLst>
            </a:pPr>
            <a:r>
              <a:rPr b="0" lang="en-US" sz="2400" spc="-1" strike="noStrike">
                <a:solidFill>
                  <a:srgbClr val="404040"/>
                </a:solidFill>
                <a:latin typeface="Calibri"/>
              </a:rPr>
              <a:t>*User-friendly Interface:-</a:t>
            </a:r>
            <a:endParaRPr b="0" lang="en-IN" sz="2400" spc="-1" strike="noStrike">
              <a:latin typeface="Arial"/>
            </a:endParaRPr>
          </a:p>
          <a:p>
            <a:pPr>
              <a:lnSpc>
                <a:spcPct val="100000"/>
              </a:lnSpc>
              <a:buNone/>
              <a:tabLst>
                <a:tab algn="l" pos="0"/>
              </a:tabLst>
            </a:pPr>
            <a:r>
              <a:rPr b="0" lang="en-US" sz="2400" spc="-1" strike="noStrike">
                <a:solidFill>
                  <a:srgbClr val="404040"/>
                </a:solidFill>
                <a:latin typeface="Calibri"/>
              </a:rPr>
              <a:t>     </a:t>
            </a:r>
            <a:r>
              <a:rPr b="0" lang="en-US" sz="2400" spc="-1" strike="noStrike">
                <a:solidFill>
                  <a:srgbClr val="404040"/>
                </a:solidFill>
                <a:latin typeface="Calibri"/>
              </a:rPr>
              <a:t>Clean, responsive, and intuitive design for seamless browsing.</a:t>
            </a:r>
            <a:endParaRPr b="0" lang="en-IN" sz="2400" spc="-1" strike="noStrike">
              <a:latin typeface="Arial"/>
            </a:endParaRPr>
          </a:p>
          <a:p>
            <a:pPr>
              <a:lnSpc>
                <a:spcPct val="100000"/>
              </a:lnSpc>
              <a:buNone/>
              <a:tabLst>
                <a:tab algn="l" pos="0"/>
              </a:tabLst>
            </a:pPr>
            <a:r>
              <a:rPr b="0" lang="en-US" sz="2400" spc="-1" strike="noStrike">
                <a:solidFill>
                  <a:srgbClr val="404040"/>
                </a:solidFill>
                <a:latin typeface="Calibri"/>
              </a:rPr>
              <a:t>*Trending News Section:-</a:t>
            </a:r>
            <a:endParaRPr b="0" lang="en-IN" sz="2400" spc="-1" strike="noStrike">
              <a:latin typeface="Arial"/>
            </a:endParaRPr>
          </a:p>
          <a:p>
            <a:pPr>
              <a:lnSpc>
                <a:spcPct val="100000"/>
              </a:lnSpc>
              <a:buNone/>
              <a:tabLst>
                <a:tab algn="l" pos="0"/>
              </a:tabLst>
            </a:pPr>
            <a:r>
              <a:rPr b="0" lang="en-US" sz="2400" spc="-1" strike="noStrike">
                <a:solidFill>
                  <a:srgbClr val="404040"/>
                </a:solidFill>
                <a:latin typeface="Calibri"/>
              </a:rPr>
              <a:t>      </a:t>
            </a:r>
            <a:r>
              <a:rPr b="0" lang="en-US" sz="2400" spc="-1" strike="noStrike">
                <a:solidFill>
                  <a:srgbClr val="404040"/>
                </a:solidFill>
                <a:latin typeface="Calibri"/>
              </a:rPr>
              <a:t>Highlights the most-read or trending articles globally or locally. </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1097280" y="423000"/>
            <a:ext cx="10054080" cy="1073880"/>
          </a:xfrm>
          <a:prstGeom prst="rect">
            <a:avLst/>
          </a:prstGeom>
          <a:noFill/>
          <a:ln w="0">
            <a:noFill/>
          </a:ln>
        </p:spPr>
        <p:txBody>
          <a:bodyPr lIns="90000" rIns="90000" tIns="45000" bIns="45000" anchor="b">
            <a:normAutofit/>
          </a:bodyPr>
          <a:p>
            <a:pPr>
              <a:lnSpc>
                <a:spcPct val="85000"/>
              </a:lnSpc>
              <a:buNone/>
            </a:pPr>
            <a:r>
              <a:rPr b="1" lang="en-US" sz="4800" spc="-52" strike="noStrike">
                <a:solidFill>
                  <a:srgbClr val="ab620d"/>
                </a:solidFill>
                <a:latin typeface="Calibri Light"/>
              </a:rPr>
              <a:t>NEWS APP :</a:t>
            </a:r>
            <a:endParaRPr b="0" lang="en-IN" sz="4800" spc="-1" strike="noStrike">
              <a:latin typeface="Arial"/>
            </a:endParaRPr>
          </a:p>
        </p:txBody>
      </p:sp>
      <p:sp>
        <p:nvSpPr>
          <p:cNvPr id="242" name="PlaceHolder 2"/>
          <p:cNvSpPr>
            <a:spLocks noGrp="1"/>
          </p:cNvSpPr>
          <p:nvPr>
            <p:ph/>
          </p:nvPr>
        </p:nvSpPr>
        <p:spPr>
          <a:xfrm>
            <a:off x="1980000" y="1800000"/>
            <a:ext cx="10054080" cy="4019040"/>
          </a:xfrm>
          <a:prstGeom prst="rect">
            <a:avLst/>
          </a:prstGeom>
          <a:noFill/>
          <a:ln w="0">
            <a:noFill/>
          </a:ln>
        </p:spPr>
        <p:txBody>
          <a:bodyPr lIns="0" rIns="0" tIns="45000" bIns="45000" anchor="t">
            <a:normAutofit/>
          </a:bodyPr>
          <a:p>
            <a:pPr marL="432000" indent="-324000">
              <a:lnSpc>
                <a:spcPct val="100000"/>
              </a:lnSpc>
              <a:spcBef>
                <a:spcPts val="1417"/>
              </a:spcBef>
              <a:buClr>
                <a:srgbClr val="000000"/>
              </a:buClr>
              <a:buSzPct val="45000"/>
              <a:buFont typeface="Wingdings" charset="2"/>
              <a:buChar char=""/>
            </a:pPr>
            <a:r>
              <a:rPr b="0" lang="en-IN" sz="3200" spc="-1" strike="noStrike">
                <a:latin typeface="Arial"/>
              </a:rPr>
              <a:t>paste</a:t>
            </a:r>
            <a:endParaRPr b="0" lang="en-IN" sz="3200" spc="-1" strike="noStrike">
              <a:latin typeface="Arial"/>
            </a:endParaRPr>
          </a:p>
        </p:txBody>
      </p:sp>
      <p:pic>
        <p:nvPicPr>
          <p:cNvPr id="243" name="" descr=""/>
          <p:cNvPicPr/>
          <p:nvPr/>
        </p:nvPicPr>
        <p:blipFill>
          <a:blip r:embed="rId1"/>
          <a:stretch/>
        </p:blipFill>
        <p:spPr>
          <a:xfrm rot="600">
            <a:off x="456480" y="1439640"/>
            <a:ext cx="10649160" cy="52801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TextBox 15"/>
          <p:cNvSpPr/>
          <p:nvPr/>
        </p:nvSpPr>
        <p:spPr>
          <a:xfrm>
            <a:off x="850680" y="310680"/>
            <a:ext cx="7461360" cy="1953720"/>
          </a:xfrm>
          <a:prstGeom prst="rect">
            <a:avLst/>
          </a:prstGeom>
          <a:noFill/>
          <a:ln w="0">
            <a:noFill/>
          </a:ln>
        </p:spPr>
        <p:style>
          <a:lnRef idx="0"/>
          <a:fillRef idx="0"/>
          <a:effectRef idx="0"/>
          <a:fontRef idx="minor"/>
        </p:style>
        <p:txBody>
          <a:bodyPr lIns="90000" rIns="90000" tIns="45000" bIns="45000" anchor="t">
            <a:spAutoFit/>
          </a:bodyPr>
          <a:p>
            <a:pPr>
              <a:lnSpc>
                <a:spcPct val="85000"/>
              </a:lnSpc>
              <a:buNone/>
            </a:pPr>
            <a:r>
              <a:rPr b="1" lang="en-US" sz="4800" spc="-52" strike="noStrike">
                <a:solidFill>
                  <a:srgbClr val="ab620d"/>
                </a:solidFill>
                <a:latin typeface="Calibri Light"/>
                <a:ea typeface="DejaVu Sans"/>
              </a:rPr>
              <a:t>Flow</a:t>
            </a:r>
            <a:endParaRPr b="0" lang="en-IN" sz="4800" spc="-1" strike="noStrike">
              <a:latin typeface="Arial"/>
            </a:endParaRPr>
          </a:p>
          <a:p>
            <a:pPr>
              <a:lnSpc>
                <a:spcPct val="85000"/>
              </a:lnSpc>
              <a:buNone/>
            </a:pPr>
            <a:r>
              <a:rPr b="1" lang="en-US" sz="4800" spc="-52" strike="noStrike">
                <a:solidFill>
                  <a:srgbClr val="ab620d"/>
                </a:solidFill>
                <a:latin typeface="Calibri Light"/>
                <a:ea typeface="DejaVu Sans"/>
              </a:rPr>
              <a:t>chart</a:t>
            </a:r>
            <a:endParaRPr b="0" lang="en-IN" sz="4800" spc="-1" strike="noStrike">
              <a:latin typeface="Arial"/>
            </a:endParaRPr>
          </a:p>
          <a:p>
            <a:pPr>
              <a:lnSpc>
                <a:spcPct val="85000"/>
              </a:lnSpc>
              <a:buNone/>
            </a:pPr>
            <a:endParaRPr b="0" lang="en-IN" sz="4800" spc="-1" strike="noStrike">
              <a:latin typeface="Arial"/>
            </a:endParaRPr>
          </a:p>
        </p:txBody>
      </p:sp>
      <p:pic>
        <p:nvPicPr>
          <p:cNvPr id="245" name="" descr=""/>
          <p:cNvPicPr/>
          <p:nvPr/>
        </p:nvPicPr>
        <p:blipFill>
          <a:blip r:embed="rId1"/>
          <a:stretch/>
        </p:blipFill>
        <p:spPr>
          <a:xfrm>
            <a:off x="2880000" y="0"/>
            <a:ext cx="7919640" cy="665964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900000" y="-370440"/>
            <a:ext cx="10054080" cy="1446480"/>
          </a:xfrm>
          <a:prstGeom prst="rect">
            <a:avLst/>
          </a:prstGeom>
          <a:noFill/>
          <a:ln w="0">
            <a:noFill/>
          </a:ln>
        </p:spPr>
        <p:txBody>
          <a:bodyPr lIns="0" rIns="0" tIns="0" bIns="0" anchor="ctr">
            <a:noAutofit/>
          </a:bodyPr>
          <a:p>
            <a:pPr>
              <a:lnSpc>
                <a:spcPct val="100000"/>
              </a:lnSpc>
              <a:buNone/>
            </a:pPr>
            <a:r>
              <a:rPr b="1" lang="en-US" sz="4800" spc="-52" strike="noStrike">
                <a:solidFill>
                  <a:srgbClr val="ab620d"/>
                </a:solidFill>
                <a:latin typeface="Calibri Light"/>
                <a:ea typeface="DejaVu Sans"/>
              </a:rPr>
              <a:t>Home Page:</a:t>
            </a:r>
            <a:r>
              <a:rPr b="0" lang="en-US" sz="1800" spc="-1" strike="noStrike">
                <a:solidFill>
                  <a:srgbClr val="000000"/>
                </a:solidFill>
                <a:latin typeface="Calibri"/>
                <a:ea typeface="DejaVu Sans"/>
              </a:rPr>
              <a:t> </a:t>
            </a:r>
            <a:endParaRPr b="0" lang="en-IN" sz="1800" spc="-1" strike="noStrike">
              <a:latin typeface="Arial"/>
            </a:endParaRPr>
          </a:p>
        </p:txBody>
      </p:sp>
      <p:pic>
        <p:nvPicPr>
          <p:cNvPr id="247" name="" descr=""/>
          <p:cNvPicPr/>
          <p:nvPr/>
        </p:nvPicPr>
        <p:blipFill>
          <a:blip r:embed="rId1"/>
          <a:stretch/>
        </p:blipFill>
        <p:spPr>
          <a:xfrm flipH="1" rot="10800000">
            <a:off x="9900000" y="7021440"/>
            <a:ext cx="3549240" cy="1661400"/>
          </a:xfrm>
          <a:prstGeom prst="rect">
            <a:avLst/>
          </a:prstGeom>
          <a:ln w="0">
            <a:noFill/>
          </a:ln>
        </p:spPr>
      </p:pic>
      <p:pic>
        <p:nvPicPr>
          <p:cNvPr id="248" name="" descr=""/>
          <p:cNvPicPr/>
          <p:nvPr/>
        </p:nvPicPr>
        <p:blipFill>
          <a:blip r:embed="rId2"/>
          <a:stretch/>
        </p:blipFill>
        <p:spPr>
          <a:xfrm>
            <a:off x="180000" y="900000"/>
            <a:ext cx="11339280" cy="54424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438840" y="180000"/>
            <a:ext cx="11005200" cy="669960"/>
          </a:xfrm>
          <a:prstGeom prst="rect">
            <a:avLst/>
          </a:prstGeom>
          <a:noFill/>
          <a:ln w="0">
            <a:noFill/>
          </a:ln>
        </p:spPr>
        <p:txBody>
          <a:bodyPr lIns="0" rIns="0" tIns="0" bIns="0" anchor="ctr">
            <a:normAutofit/>
          </a:bodyPr>
          <a:p>
            <a:pPr>
              <a:lnSpc>
                <a:spcPct val="85000"/>
              </a:lnSpc>
              <a:buNone/>
            </a:pPr>
            <a:r>
              <a:rPr b="1" lang="en-US" sz="4800" spc="-52" strike="noStrike">
                <a:solidFill>
                  <a:srgbClr val="ab620d"/>
                </a:solidFill>
                <a:latin typeface="Calibri Light"/>
              </a:rPr>
              <a:t>News content:</a:t>
            </a:r>
            <a:endParaRPr b="0" lang="en-IN" sz="4800" spc="-1" strike="noStrike">
              <a:latin typeface="Arial"/>
            </a:endParaRPr>
          </a:p>
        </p:txBody>
      </p:sp>
      <p:pic>
        <p:nvPicPr>
          <p:cNvPr id="250" name="" descr=""/>
          <p:cNvPicPr/>
          <p:nvPr/>
        </p:nvPicPr>
        <p:blipFill>
          <a:blip r:embed="rId1"/>
          <a:stretch/>
        </p:blipFill>
        <p:spPr>
          <a:xfrm>
            <a:off x="12193200" y="4150080"/>
            <a:ext cx="12189240" cy="6135120"/>
          </a:xfrm>
          <a:prstGeom prst="rect">
            <a:avLst/>
          </a:prstGeom>
          <a:ln w="0">
            <a:noFill/>
          </a:ln>
        </p:spPr>
      </p:pic>
      <p:pic>
        <p:nvPicPr>
          <p:cNvPr id="251" name="" descr=""/>
          <p:cNvPicPr/>
          <p:nvPr/>
        </p:nvPicPr>
        <p:blipFill>
          <a:blip r:embed="rId2"/>
          <a:stretch/>
        </p:blipFill>
        <p:spPr>
          <a:xfrm>
            <a:off x="284760" y="850680"/>
            <a:ext cx="11159280" cy="54486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algn="ctr">
              <a:buNone/>
            </a:pPr>
            <a:endParaRPr b="0" lang="en-IN" sz="4400" spc="-1" strike="noStrike">
              <a:latin typeface="Arial"/>
            </a:endParaRPr>
          </a:p>
        </p:txBody>
      </p:sp>
      <p:pic>
        <p:nvPicPr>
          <p:cNvPr id="253" name="" descr=""/>
          <p:cNvPicPr/>
          <p:nvPr/>
        </p:nvPicPr>
        <p:blipFill>
          <a:blip r:embed="rId1"/>
          <a:stretch/>
        </p:blipFill>
        <p:spPr>
          <a:xfrm>
            <a:off x="609480" y="0"/>
            <a:ext cx="10549800" cy="63097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
          <p:cNvSpPr/>
          <p:nvPr/>
        </p:nvSpPr>
        <p:spPr>
          <a:xfrm>
            <a:off x="1231560" y="540000"/>
            <a:ext cx="9567720" cy="53960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Calibri"/>
                <a:ea typeface="DejaVu Sans"/>
              </a:rPr>
              <a:t>  📌 </a:t>
            </a:r>
            <a:r>
              <a:rPr b="0" lang="en-US" sz="1800" spc="-1" strike="noStrike">
                <a:solidFill>
                  <a:srgbClr val="000000"/>
                </a:solidFill>
                <a:latin typeface="Calibri"/>
                <a:ea typeface="DejaVu Sans"/>
              </a:rPr>
              <a:t>Frontend</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React.js **</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JavaScript library for building user interfaces using a component-based                architecture.</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Enables dynamic rendering of news content based on user interactions.</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Axios **</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Promise-based HTTP client used for fetching data from external news APIs.</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Simplifies GET and POST requests to REST APIs.</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Tailwind CSS / CSS Modules **</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Utility-first CSS framework (Tailwind) or modular CSS approach for styling.</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Helps in designing responsive and modern UIs with minimal code.  i</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
          <p:cNvSpPr/>
          <p:nvPr/>
        </p:nvSpPr>
        <p:spPr>
          <a:xfrm>
            <a:off x="1239120" y="903240"/>
            <a:ext cx="9560160" cy="53960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pPr>
            <a:r>
              <a:rPr b="0" lang="en-US" sz="1800" spc="-1" strike="noStrike">
                <a:solidFill>
                  <a:srgbClr val="000000"/>
                </a:solidFill>
                <a:latin typeface="Calibri"/>
                <a:ea typeface="DejaVu Sans"/>
              </a:rPr>
              <a:t> 🌐 </a:t>
            </a:r>
            <a:r>
              <a:rPr b="0" lang="en-US" sz="1800" spc="-1" strike="noStrike">
                <a:solidFill>
                  <a:srgbClr val="000000"/>
                </a:solidFill>
                <a:latin typeface="Calibri"/>
                <a:ea typeface="DejaVu Sans"/>
              </a:rPr>
              <a:t>APIs</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NewsAPI.org **</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Primary API used to fetch real-time news articles.</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Provides endpoints for top headlines, everything (search), and sources.</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 RapidAPI (Alternative) **</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Calibri"/>
                <a:ea typeface="DejaVu Sans"/>
              </a:rPr>
              <a:t>        </a:t>
            </a:r>
            <a:r>
              <a:rPr b="0" lang="en-US" sz="1800" spc="-1" strike="noStrike">
                <a:solidFill>
                  <a:srgbClr val="000000"/>
                </a:solidFill>
                <a:latin typeface="Calibri"/>
                <a:ea typeface="DejaVu Sans"/>
              </a:rPr>
              <a:t>-Platform for accessing multiple news APIs like ContextualWeb, Bing News, e          etc., under one key.  </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PlaceHolder 1"/>
          <p:cNvSpPr>
            <a:spLocks noGrp="1"/>
          </p:cNvSpPr>
          <p:nvPr>
            <p:ph type="title"/>
          </p:nvPr>
        </p:nvSpPr>
        <p:spPr>
          <a:xfrm>
            <a:off x="1097280" y="286560"/>
            <a:ext cx="10054080" cy="1446480"/>
          </a:xfrm>
          <a:prstGeom prst="rect">
            <a:avLst/>
          </a:prstGeom>
          <a:noFill/>
          <a:ln w="0">
            <a:noFill/>
          </a:ln>
        </p:spPr>
        <p:txBody>
          <a:bodyPr lIns="90000" rIns="90000" tIns="45000" bIns="45000" anchor="b">
            <a:normAutofit/>
          </a:bodyPr>
          <a:p>
            <a:pPr>
              <a:lnSpc>
                <a:spcPct val="85000"/>
              </a:lnSpc>
              <a:buNone/>
            </a:pPr>
            <a:r>
              <a:rPr b="1" lang="en-US" sz="4000" spc="-52" strike="noStrike">
                <a:solidFill>
                  <a:srgbClr val="ab620d"/>
                </a:solidFill>
                <a:latin typeface="Calibri Light"/>
              </a:rPr>
              <a:t>Conclusion :</a:t>
            </a:r>
            <a:endParaRPr b="0" lang="en-IN" sz="4000" spc="-1" strike="noStrike">
              <a:latin typeface="Arial"/>
            </a:endParaRPr>
          </a:p>
        </p:txBody>
      </p:sp>
      <p:sp>
        <p:nvSpPr>
          <p:cNvPr id="257" name="PlaceHolder 2"/>
          <p:cNvSpPr>
            <a:spLocks noGrp="1"/>
          </p:cNvSpPr>
          <p:nvPr>
            <p:ph/>
          </p:nvPr>
        </p:nvSpPr>
        <p:spPr>
          <a:xfrm>
            <a:off x="890640" y="2345760"/>
            <a:ext cx="10396080" cy="2619720"/>
          </a:xfrm>
          <a:prstGeom prst="rect">
            <a:avLst/>
          </a:prstGeom>
          <a:noFill/>
          <a:ln w="0">
            <a:noFill/>
          </a:ln>
        </p:spPr>
        <p:txBody>
          <a:bodyPr lIns="0" rIns="0" tIns="45000" bIns="45000" anchor="t">
            <a:noAutofit/>
          </a:bodyPr>
          <a:p>
            <a:pPr>
              <a:lnSpc>
                <a:spcPct val="100000"/>
              </a:lnSpc>
              <a:buNone/>
            </a:pPr>
            <a:r>
              <a:rPr b="0" lang="en-US" sz="1800" spc="-1" strike="noStrike">
                <a:solidFill>
                  <a:srgbClr val="000000"/>
                </a:solidFill>
                <a:latin typeface="Arial"/>
              </a:rPr>
              <a:t> </a:t>
            </a:r>
            <a:r>
              <a:rPr b="0" lang="en-US" sz="1800" spc="-1" strike="noStrike">
                <a:solidFill>
                  <a:srgbClr val="000000"/>
                </a:solidFill>
                <a:latin typeface="Arial"/>
              </a:rPr>
              <a:t>* </a:t>
            </a:r>
            <a:r>
              <a:rPr b="0" lang="en-US" sz="1800" spc="-1" strike="noStrike">
                <a:solidFill>
                  <a:srgbClr val="000000"/>
                </a:solidFill>
                <a:latin typeface="Calibri"/>
              </a:rPr>
              <a:t>The News App aims to revolutionize how users consume news by providing a personalized, efficient, and organized platform. With real-time updates, it ensures users are always informed about the latest events across the globe. By offering features like category-based browsing, offline reading, and intelligent push notifications, it makes news consumption seamless and user-centric.</a:t>
            </a:r>
            <a:r>
              <a:rPr b="0" lang="en-US" sz="1800" spc="-1" strike="noStrike">
                <a:solidFill>
                  <a:srgbClr val="000000"/>
                </a:solidFill>
                <a:latin typeface="Arial"/>
              </a:rPr>
              <a:t> </a:t>
            </a:r>
            <a:endParaRPr b="0" lang="en-IN" sz="1800" spc="-1" strike="noStrike">
              <a:latin typeface="Arial"/>
            </a:endParaRPr>
          </a:p>
          <a:p>
            <a:pPr>
              <a:lnSpc>
                <a:spcPct val="100000"/>
              </a:lnSpc>
              <a:buNone/>
            </a:pPr>
            <a:endParaRPr b="0" lang="en-IN" sz="1800" spc="-1" strike="noStrike">
              <a:latin typeface="Arial"/>
            </a:endParaRPr>
          </a:p>
          <a:p>
            <a:pPr>
              <a:lnSpc>
                <a:spcPct val="100000"/>
              </a:lnSpc>
              <a:buNone/>
            </a:pPr>
            <a:r>
              <a:rPr b="0" lang="en-US" sz="1800" spc="-1" strike="noStrike">
                <a:solidFill>
                  <a:srgbClr val="000000"/>
                </a:solidFill>
                <a:latin typeface="Arial"/>
              </a:rPr>
              <a:t>* React is a JavaScript library for building interactive UIs. It communicates with a backend through REST APIs using HTTP methods like GET, POST, PUT, and DELETE. This allows React to fetch and update data dynamically without reloading the page. Tools like Axios or the native fetch API are used to make requests to the server, ensuring a smooth and responsive user experience.</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1097280" y="286560"/>
            <a:ext cx="10054080" cy="1446480"/>
          </a:xfrm>
          <a:prstGeom prst="rect">
            <a:avLst/>
          </a:prstGeom>
          <a:noFill/>
          <a:ln w="0">
            <a:noFill/>
          </a:ln>
        </p:spPr>
        <p:txBody>
          <a:bodyPr lIns="90000" rIns="90000" tIns="45000" bIns="45000" anchor="b">
            <a:noAutofit/>
          </a:bodyPr>
          <a:p>
            <a:pPr algn="ctr">
              <a:buNone/>
            </a:pPr>
            <a:endParaRPr b="0" lang="en-IN" sz="4400" spc="-1" strike="noStrike">
              <a:latin typeface="Arial"/>
            </a:endParaRPr>
          </a:p>
        </p:txBody>
      </p:sp>
      <p:sp>
        <p:nvSpPr>
          <p:cNvPr id="259" name="PlaceHolder 2"/>
          <p:cNvSpPr>
            <a:spLocks noGrp="1"/>
          </p:cNvSpPr>
          <p:nvPr>
            <p:ph/>
          </p:nvPr>
        </p:nvSpPr>
        <p:spPr>
          <a:xfrm>
            <a:off x="1097280" y="1845720"/>
            <a:ext cx="10054080" cy="4019040"/>
          </a:xfrm>
          <a:prstGeom prst="rect">
            <a:avLst/>
          </a:prstGeom>
          <a:noFill/>
          <a:ln w="0">
            <a:noFill/>
          </a:ln>
        </p:spPr>
        <p:txBody>
          <a:bodyPr lIns="0" rIns="0" tIns="45000" bIns="45000" anchor="t">
            <a:noAutofit/>
          </a:bodyPr>
          <a:p>
            <a:pPr marL="91440" indent="-91440">
              <a:lnSpc>
                <a:spcPct val="90000"/>
              </a:lnSpc>
              <a:spcBef>
                <a:spcPts val="1199"/>
              </a:spcBef>
              <a:spcAft>
                <a:spcPts val="201"/>
              </a:spcAft>
              <a:buClr>
                <a:srgbClr val="e48312"/>
              </a:buClr>
              <a:buFont typeface="Calibri"/>
              <a:buChar char=" "/>
            </a:pPr>
            <a:r>
              <a:rPr b="0" lang="en-US" sz="2000" spc="-1" strike="noStrike">
                <a:solidFill>
                  <a:srgbClr val="404040"/>
                </a:solidFill>
                <a:latin typeface="Calibri"/>
              </a:rPr>
              <a:t>                 </a:t>
            </a:r>
            <a:endParaRPr b="0" lang="en-IN" sz="2000" spc="-1" strike="noStrike">
              <a:latin typeface="Arial"/>
            </a:endParaRPr>
          </a:p>
        </p:txBody>
      </p:sp>
      <p:pic>
        <p:nvPicPr>
          <p:cNvPr id="260" name="Picture 3" descr=""/>
          <p:cNvPicPr/>
          <p:nvPr/>
        </p:nvPicPr>
        <p:blipFill>
          <a:blip r:embed="rId1"/>
          <a:stretch/>
        </p:blipFill>
        <p:spPr>
          <a:xfrm>
            <a:off x="0" y="0"/>
            <a:ext cx="12187800" cy="6364800"/>
          </a:xfrm>
          <a:prstGeom prst="rect">
            <a:avLst/>
          </a:prstGeom>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Integral</Template>
  <TotalTime>926</TotalTime>
  <Application>LibreOffice/7.3.7.2$Linux_X86_64 LibreOffice_project/30$Build-2</Application>
  <AppVersion>15.0000</AppVersion>
  <Words>1197</Words>
  <Paragraphs>86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2024-06-19T03:49:23Z</dcterms:created>
  <dc:creator>HOME</dc:creator>
  <dc:description/>
  <dc:language>en-IN</dc:language>
  <cp:lastModifiedBy/>
  <dcterms:modified xsi:type="dcterms:W3CDTF">2025-04-24T09:43:46Z</dcterms:modified>
  <cp:revision>121</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19</vt:i4>
  </property>
</Properties>
</file>